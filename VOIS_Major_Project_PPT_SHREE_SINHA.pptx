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1968"/>
        <p:guide pos="408"/>
        <p:guide orient="horz" pos="3912"/>
        <p:guide pos="7272"/>
        <p:guide orient="horz" pos="16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
        <p:cNvGrpSpPr/>
        <p:nvPr/>
      </p:nvGrpSpPr>
      <p:grpSpPr>
        <a:xfrm>
          <a:off x="0" y="0"/>
          <a:ext cx="0" cy="0"/>
          <a:chOff x="0" y="0"/>
          <a:chExt cx="0" cy="0"/>
        </a:xfrm>
      </p:grpSpPr>
      <p:sp>
        <p:nvSpPr>
          <p:cNvPr id="47" name="Google Shape;47;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51" name="Google Shape;51;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3"/>
        <p:cNvGrpSpPr/>
        <p:nvPr/>
      </p:nvGrpSpPr>
      <p:grpSpPr>
        <a:xfrm>
          <a:off x="0" y="0"/>
          <a:ext cx="0" cy="0"/>
          <a:chOff x="0" y="0"/>
          <a:chExt cx="0" cy="0"/>
        </a:xfrm>
      </p:grpSpPr>
      <p:sp>
        <p:nvSpPr>
          <p:cNvPr id="74" name="Google Shape;74;p2"/>
          <p:cNvSpPr txBox="1">
            <a:spLocks noGrp="1"/>
          </p:cNvSpPr>
          <p:nvPr>
            <p:ph type="body" idx="1"/>
          </p:nvPr>
        </p:nvSpPr>
        <p:spPr>
          <a:xfrm>
            <a:off x="6312871" y="4141999"/>
            <a:ext cx="4220700" cy="8616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228600" algn="l" rtl="0">
              <a:spcBef>
                <a:spcPts val="1000"/>
              </a:spcBef>
              <a:spcAft>
                <a:spcPts val="0"/>
              </a:spcAft>
              <a:buSzPts val="1600"/>
              <a:buNone/>
              <a:defRPr sz="2000"/>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75" name="Google Shape;75;p2"/>
          <p:cNvSpPr/>
          <p:nvPr/>
        </p:nvSpPr>
        <p:spPr>
          <a:xfrm>
            <a:off x="740309" y="1382809"/>
            <a:ext cx="1229700" cy="1059900"/>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6" name="Google Shape;76;p2"/>
          <p:cNvSpPr/>
          <p:nvPr/>
        </p:nvSpPr>
        <p:spPr>
          <a:xfrm>
            <a:off x="3755031" y="1194620"/>
            <a:ext cx="1666200" cy="1436400"/>
          </a:xfrm>
          <a:prstGeom prst="hexagon">
            <a:avLst>
              <a:gd name="adj" fmla="val 25000"/>
              <a:gd name="vf" fmla="val 11547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7" name="Google Shape;77;p2"/>
          <p:cNvSpPr/>
          <p:nvPr/>
        </p:nvSpPr>
        <p:spPr>
          <a:xfrm>
            <a:off x="3804994" y="5233183"/>
            <a:ext cx="718200" cy="619200"/>
          </a:xfrm>
          <a:prstGeom prst="hexagon">
            <a:avLst>
              <a:gd name="adj" fmla="val 25000"/>
              <a:gd name="vf" fmla="val 115470"/>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8" name="Google Shape;78;p2"/>
          <p:cNvSpPr/>
          <p:nvPr/>
        </p:nvSpPr>
        <p:spPr>
          <a:xfrm>
            <a:off x="1837838" y="1101306"/>
            <a:ext cx="651600" cy="561600"/>
          </a:xfrm>
          <a:prstGeom prst="hexagon">
            <a:avLst>
              <a:gd name="adj" fmla="val 25000"/>
              <a:gd name="vf" fmla="val 11547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9" name="Google Shape;79;p2"/>
          <p:cNvSpPr>
            <a:spLocks noGrp="1"/>
          </p:cNvSpPr>
          <p:nvPr>
            <p:ph type="pic" idx="2"/>
          </p:nvPr>
        </p:nvSpPr>
        <p:spPr>
          <a:xfrm>
            <a:off x="1571515" y="1914044"/>
            <a:ext cx="3993600" cy="3617700"/>
          </a:xfrm>
          <a:prstGeom prst="rect">
            <a:avLst/>
          </a:prstGeom>
          <a:noFill/>
          <a:ln>
            <a:noFill/>
          </a:ln>
        </p:spPr>
      </p:sp>
      <p:sp>
        <p:nvSpPr>
          <p:cNvPr id="80" name="Google Shape;80;p2"/>
          <p:cNvSpPr txBox="1">
            <a:spLocks noGrp="1"/>
          </p:cNvSpPr>
          <p:nvPr>
            <p:ph type="title"/>
          </p:nvPr>
        </p:nvSpPr>
        <p:spPr>
          <a:xfrm>
            <a:off x="6312871" y="2050552"/>
            <a:ext cx="4998600" cy="1749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1"/>
        <p:cNvGrpSpPr/>
        <p:nvPr/>
      </p:nvGrpSpPr>
      <p:grpSpPr>
        <a:xfrm>
          <a:off x="0" y="0"/>
          <a:ext cx="0" cy="0"/>
          <a:chOff x="0" y="0"/>
          <a:chExt cx="0" cy="0"/>
        </a:xfrm>
      </p:grpSpPr>
      <p:sp>
        <p:nvSpPr>
          <p:cNvPr id="82" name="Google Shape;82;p3"/>
          <p:cNvSpPr txBox="1">
            <a:spLocks noGrp="1"/>
          </p:cNvSpPr>
          <p:nvPr>
            <p:ph type="body" idx="1"/>
          </p:nvPr>
        </p:nvSpPr>
        <p:spPr>
          <a:xfrm>
            <a:off x="660400" y="2044700"/>
            <a:ext cx="4275000" cy="3560700"/>
          </a:xfrm>
          <a:prstGeom prst="rect">
            <a:avLst/>
          </a:prstGeom>
          <a:noFill/>
          <a:ln>
            <a:noFill/>
          </a:ln>
        </p:spPr>
        <p:txBody>
          <a:bodyPr spcFirstLastPara="1" wrap="square" lIns="91425" tIns="45700" rIns="91425" bIns="45700" anchor="t" anchorCtr="0">
            <a:normAutofit/>
          </a:bodyPr>
          <a:lstStyle>
            <a:lvl1pPr marL="457200" lvl="0" indent="-330200" algn="l" rtl="0">
              <a:spcBef>
                <a:spcPts val="1000"/>
              </a:spcBef>
              <a:spcAft>
                <a:spcPts val="0"/>
              </a:spcAft>
              <a:buClr>
                <a:schemeClr val="accent4"/>
              </a:buClr>
              <a:buSzPts val="1600"/>
              <a:buFont typeface="Noto Sans Symbols"/>
              <a:buChar char="▪"/>
              <a:defRPr sz="2000"/>
            </a:lvl1pPr>
            <a:lvl2pPr marL="914400" lvl="1" indent="-320040" algn="l" rtl="0">
              <a:spcBef>
                <a:spcPts val="1000"/>
              </a:spcBef>
              <a:spcAft>
                <a:spcPts val="0"/>
              </a:spcAft>
              <a:buClr>
                <a:schemeClr val="accent4"/>
              </a:buClr>
              <a:buSzPts val="1440"/>
              <a:buFont typeface="Noto Sans Symbols"/>
              <a:buChar char="▪"/>
              <a:defRPr sz="1800"/>
            </a:lvl2pPr>
            <a:lvl3pPr marL="1371600" lvl="2" indent="-309880" algn="l" rtl="0">
              <a:spcBef>
                <a:spcPts val="1000"/>
              </a:spcBef>
              <a:spcAft>
                <a:spcPts val="0"/>
              </a:spcAft>
              <a:buClr>
                <a:schemeClr val="accent4"/>
              </a:buClr>
              <a:buSzPts val="1280"/>
              <a:buFont typeface="Noto Sans Symbols"/>
              <a:buChar char="▪"/>
              <a:defRPr sz="1600"/>
            </a:lvl3pPr>
            <a:lvl4pPr marL="1828800" lvl="3" indent="-309880" algn="l" rtl="0">
              <a:spcBef>
                <a:spcPts val="1000"/>
              </a:spcBef>
              <a:spcAft>
                <a:spcPts val="0"/>
              </a:spcAft>
              <a:buClr>
                <a:schemeClr val="accent4"/>
              </a:buClr>
              <a:buSzPts val="1280"/>
              <a:buFont typeface="Noto Sans Symbols"/>
              <a:buChar char="▪"/>
              <a:defRPr sz="1600"/>
            </a:lvl4pPr>
            <a:lvl5pPr marL="2286000" lvl="4" indent="-309880" algn="l" rtl="0">
              <a:spcBef>
                <a:spcPts val="1000"/>
              </a:spcBef>
              <a:spcAft>
                <a:spcPts val="0"/>
              </a:spcAft>
              <a:buClr>
                <a:schemeClr val="accent4"/>
              </a:buClr>
              <a:buSzPts val="1280"/>
              <a:buFont typeface="Noto Sans Symbols"/>
              <a:buChar char="▪"/>
              <a:defRPr sz="1600"/>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83" name="Google Shape;83;p3"/>
          <p:cNvSpPr/>
          <p:nvPr/>
        </p:nvSpPr>
        <p:spPr>
          <a:xfrm>
            <a:off x="9354457" y="5363987"/>
            <a:ext cx="457200" cy="4572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4" name="Google Shape;84;p3"/>
          <p:cNvSpPr/>
          <p:nvPr/>
        </p:nvSpPr>
        <p:spPr>
          <a:xfrm>
            <a:off x="6692791" y="1699889"/>
            <a:ext cx="319800" cy="3198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5" name="Google Shape;85;p3"/>
          <p:cNvSpPr/>
          <p:nvPr/>
        </p:nvSpPr>
        <p:spPr>
          <a:xfrm>
            <a:off x="9354457" y="5897738"/>
            <a:ext cx="180000" cy="180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6" name="Google Shape;86;p3"/>
          <p:cNvSpPr>
            <a:spLocks noGrp="1"/>
          </p:cNvSpPr>
          <p:nvPr>
            <p:ph type="pic" idx="2"/>
          </p:nvPr>
        </p:nvSpPr>
        <p:spPr>
          <a:xfrm>
            <a:off x="7090227" y="786181"/>
            <a:ext cx="4441500" cy="5393100"/>
          </a:xfrm>
          <a:prstGeom prst="rect">
            <a:avLst/>
          </a:prstGeom>
          <a:noFill/>
          <a:ln>
            <a:noFill/>
          </a:ln>
        </p:spPr>
      </p:sp>
      <p:sp>
        <p:nvSpPr>
          <p:cNvPr id="87" name="Google Shape;87;p3"/>
          <p:cNvSpPr txBox="1">
            <a:spLocks noGrp="1"/>
          </p:cNvSpPr>
          <p:nvPr>
            <p:ph type="title"/>
          </p:nvPr>
        </p:nvSpPr>
        <p:spPr>
          <a:xfrm>
            <a:off x="660400" y="805213"/>
            <a:ext cx="4275000" cy="831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800"/>
              <a:buFont typeface="Trebuchet MS"/>
              <a:buNone/>
              <a:defRPr sz="4800" b="1">
                <a:solidFill>
                  <a:schemeClr val="dk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88"/>
        <p:cNvGrpSpPr/>
        <p:nvPr/>
      </p:nvGrpSpPr>
      <p:grpSpPr>
        <a:xfrm>
          <a:off x="0" y="0"/>
          <a:ext cx="0" cy="0"/>
          <a:chOff x="0" y="0"/>
          <a:chExt cx="0" cy="0"/>
        </a:xfrm>
      </p:grpSpPr>
      <p:sp>
        <p:nvSpPr>
          <p:cNvPr id="89" name="Google Shape;89;p4"/>
          <p:cNvSpPr/>
          <p:nvPr/>
        </p:nvSpPr>
        <p:spPr>
          <a:xfrm>
            <a:off x="7362825" y="443263"/>
            <a:ext cx="362100" cy="3621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0" name="Google Shape;90;p4"/>
          <p:cNvSpPr/>
          <p:nvPr/>
        </p:nvSpPr>
        <p:spPr>
          <a:xfrm>
            <a:off x="11007246" y="5605994"/>
            <a:ext cx="654300" cy="6543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1" name="Google Shape;91;p4"/>
          <p:cNvSpPr/>
          <p:nvPr/>
        </p:nvSpPr>
        <p:spPr>
          <a:xfrm>
            <a:off x="10683791" y="6132439"/>
            <a:ext cx="251100" cy="2511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2" name="Google Shape;92;p4"/>
          <p:cNvSpPr>
            <a:spLocks noGrp="1"/>
          </p:cNvSpPr>
          <p:nvPr>
            <p:ph type="pic" idx="2"/>
          </p:nvPr>
        </p:nvSpPr>
        <p:spPr>
          <a:xfrm>
            <a:off x="5733416" y="624239"/>
            <a:ext cx="5855700" cy="5631600"/>
          </a:xfrm>
          <a:prstGeom prst="rect">
            <a:avLst/>
          </a:prstGeom>
          <a:noFill/>
          <a:ln>
            <a:noFill/>
          </a:ln>
        </p:spPr>
      </p:sp>
      <p:sp>
        <p:nvSpPr>
          <p:cNvPr id="93" name="Google Shape;93;p4"/>
          <p:cNvSpPr txBox="1">
            <a:spLocks noGrp="1"/>
          </p:cNvSpPr>
          <p:nvPr>
            <p:ph type="body" idx="1"/>
          </p:nvPr>
        </p:nvSpPr>
        <p:spPr>
          <a:xfrm>
            <a:off x="660400" y="2044700"/>
            <a:ext cx="4275000" cy="3560700"/>
          </a:xfrm>
          <a:prstGeom prst="rect">
            <a:avLst/>
          </a:prstGeom>
          <a:noFill/>
          <a:ln>
            <a:noFill/>
          </a:ln>
        </p:spPr>
        <p:txBody>
          <a:bodyPr spcFirstLastPara="1" wrap="square" lIns="91425" tIns="45700" rIns="91425" bIns="45700" anchor="t" anchorCtr="0">
            <a:normAutofit/>
          </a:bodyPr>
          <a:lstStyle>
            <a:lvl1pPr marL="457200" lvl="0" indent="-330200" algn="l" rtl="0">
              <a:lnSpc>
                <a:spcPct val="150000"/>
              </a:lnSpc>
              <a:spcBef>
                <a:spcPts val="1000"/>
              </a:spcBef>
              <a:spcAft>
                <a:spcPts val="0"/>
              </a:spcAft>
              <a:buClr>
                <a:schemeClr val="accent4"/>
              </a:buClr>
              <a:buSzPts val="1600"/>
              <a:buFont typeface="Noto Sans Symbols"/>
              <a:buChar char="▪"/>
              <a:defRPr sz="2000"/>
            </a:lvl1pPr>
            <a:lvl2pPr marL="914400" lvl="1" indent="-330200" algn="l" rtl="0">
              <a:spcBef>
                <a:spcPts val="1000"/>
              </a:spcBef>
              <a:spcAft>
                <a:spcPts val="0"/>
              </a:spcAft>
              <a:buClr>
                <a:schemeClr val="accent4"/>
              </a:buClr>
              <a:buSzPts val="1600"/>
              <a:buFont typeface="Noto Sans Symbols"/>
              <a:buChar char="▪"/>
              <a:defRPr sz="2000"/>
            </a:lvl2pPr>
            <a:lvl3pPr marL="1371600" lvl="2" indent="-320040" algn="l" rtl="0">
              <a:spcBef>
                <a:spcPts val="1000"/>
              </a:spcBef>
              <a:spcAft>
                <a:spcPts val="0"/>
              </a:spcAft>
              <a:buClr>
                <a:schemeClr val="accent4"/>
              </a:buClr>
              <a:buSzPts val="1440"/>
              <a:buFont typeface="Noto Sans Symbols"/>
              <a:buChar char="▪"/>
              <a:defRPr sz="1800"/>
            </a:lvl3pPr>
            <a:lvl4pPr marL="1828800" lvl="3" indent="-320040" algn="l" rtl="0">
              <a:spcBef>
                <a:spcPts val="1000"/>
              </a:spcBef>
              <a:spcAft>
                <a:spcPts val="0"/>
              </a:spcAft>
              <a:buClr>
                <a:schemeClr val="accent4"/>
              </a:buClr>
              <a:buSzPts val="1440"/>
              <a:buFont typeface="Noto Sans Symbols"/>
              <a:buChar char="▪"/>
              <a:defRPr sz="1800"/>
            </a:lvl4pPr>
            <a:lvl5pPr marL="2286000" lvl="4" indent="-320040" algn="l" rtl="0">
              <a:spcBef>
                <a:spcPts val="1000"/>
              </a:spcBef>
              <a:spcAft>
                <a:spcPts val="0"/>
              </a:spcAft>
              <a:buClr>
                <a:schemeClr val="accent4"/>
              </a:buClr>
              <a:buSzPts val="1440"/>
              <a:buFont typeface="Noto Sans Symbols"/>
              <a:buChar char="▪"/>
              <a:defRPr sz="1800"/>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94" name="Google Shape;94;p4"/>
          <p:cNvSpPr txBox="1">
            <a:spLocks noGrp="1"/>
          </p:cNvSpPr>
          <p:nvPr>
            <p:ph type="title"/>
          </p:nvPr>
        </p:nvSpPr>
        <p:spPr>
          <a:xfrm>
            <a:off x="660400" y="805213"/>
            <a:ext cx="4275000" cy="831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800"/>
              <a:buFont typeface="Trebuchet MS"/>
              <a:buNone/>
              <a:defRPr sz="4800" b="1">
                <a:solidFill>
                  <a:schemeClr val="dk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95"/>
        <p:cNvGrpSpPr/>
        <p:nvPr/>
      </p:nvGrpSpPr>
      <p:grpSpPr>
        <a:xfrm>
          <a:off x="0" y="0"/>
          <a:ext cx="0" cy="0"/>
          <a:chOff x="0" y="0"/>
          <a:chExt cx="0" cy="0"/>
        </a:xfrm>
      </p:grpSpPr>
      <p:sp>
        <p:nvSpPr>
          <p:cNvPr id="96" name="Google Shape;96;p5"/>
          <p:cNvSpPr>
            <a:spLocks noGrp="1"/>
          </p:cNvSpPr>
          <p:nvPr>
            <p:ph type="pic" idx="2"/>
          </p:nvPr>
        </p:nvSpPr>
        <p:spPr>
          <a:xfrm>
            <a:off x="5353508" y="2555551"/>
            <a:ext cx="1485000" cy="1280100"/>
          </a:xfrm>
          <a:prstGeom prst="rect">
            <a:avLst/>
          </a:prstGeom>
          <a:noFill/>
          <a:ln>
            <a:noFill/>
          </a:ln>
        </p:spPr>
      </p:sp>
      <p:sp>
        <p:nvSpPr>
          <p:cNvPr id="97" name="Google Shape;97;p5"/>
          <p:cNvSpPr>
            <a:spLocks noGrp="1"/>
          </p:cNvSpPr>
          <p:nvPr>
            <p:ph type="pic" idx="3"/>
          </p:nvPr>
        </p:nvSpPr>
        <p:spPr>
          <a:xfrm>
            <a:off x="3115921" y="2555551"/>
            <a:ext cx="1485000" cy="1280100"/>
          </a:xfrm>
          <a:prstGeom prst="rect">
            <a:avLst/>
          </a:prstGeom>
          <a:noFill/>
          <a:ln>
            <a:noFill/>
          </a:ln>
        </p:spPr>
      </p:sp>
      <p:sp>
        <p:nvSpPr>
          <p:cNvPr id="98" name="Google Shape;98;p5"/>
          <p:cNvSpPr>
            <a:spLocks noGrp="1"/>
          </p:cNvSpPr>
          <p:nvPr>
            <p:ph type="pic" idx="4"/>
          </p:nvPr>
        </p:nvSpPr>
        <p:spPr>
          <a:xfrm>
            <a:off x="7602465" y="2555551"/>
            <a:ext cx="1485000" cy="1280100"/>
          </a:xfrm>
          <a:prstGeom prst="rect">
            <a:avLst/>
          </a:prstGeom>
          <a:noFill/>
          <a:ln>
            <a:noFill/>
          </a:ln>
        </p:spPr>
      </p:sp>
      <p:sp>
        <p:nvSpPr>
          <p:cNvPr id="99" name="Google Shape;99;p5"/>
          <p:cNvSpPr>
            <a:spLocks noGrp="1"/>
          </p:cNvSpPr>
          <p:nvPr>
            <p:ph type="pic" idx="5"/>
          </p:nvPr>
        </p:nvSpPr>
        <p:spPr>
          <a:xfrm>
            <a:off x="9840051" y="2555551"/>
            <a:ext cx="1485000" cy="1280100"/>
          </a:xfrm>
          <a:prstGeom prst="rect">
            <a:avLst/>
          </a:prstGeom>
          <a:noFill/>
          <a:ln>
            <a:noFill/>
          </a:ln>
        </p:spPr>
      </p:sp>
      <p:sp>
        <p:nvSpPr>
          <p:cNvPr id="100" name="Google Shape;100;p5"/>
          <p:cNvSpPr txBox="1">
            <a:spLocks noGrp="1"/>
          </p:cNvSpPr>
          <p:nvPr>
            <p:ph type="title"/>
          </p:nvPr>
        </p:nvSpPr>
        <p:spPr>
          <a:xfrm>
            <a:off x="432000" y="647700"/>
            <a:ext cx="11340000" cy="7002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 name="Google Shape;101;p5"/>
          <p:cNvSpPr/>
          <p:nvPr/>
        </p:nvSpPr>
        <p:spPr>
          <a:xfrm>
            <a:off x="546669" y="3467555"/>
            <a:ext cx="458400" cy="395100"/>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2" name="Google Shape;102;p5"/>
          <p:cNvSpPr/>
          <p:nvPr/>
        </p:nvSpPr>
        <p:spPr>
          <a:xfrm>
            <a:off x="11113337" y="2394722"/>
            <a:ext cx="358500" cy="309000"/>
          </a:xfrm>
          <a:prstGeom prst="hexagon">
            <a:avLst>
              <a:gd name="adj" fmla="val 25000"/>
              <a:gd name="vf" fmla="val 11547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3" name="Google Shape;103;p5"/>
          <p:cNvSpPr/>
          <p:nvPr/>
        </p:nvSpPr>
        <p:spPr>
          <a:xfrm>
            <a:off x="10882649" y="2202202"/>
            <a:ext cx="230700" cy="198900"/>
          </a:xfrm>
          <a:prstGeom prst="hexagon">
            <a:avLst>
              <a:gd name="adj" fmla="val 25000"/>
              <a:gd name="vf" fmla="val 115470"/>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4" name="Google Shape;104;p5"/>
          <p:cNvSpPr txBox="1">
            <a:spLocks noGrp="1"/>
          </p:cNvSpPr>
          <p:nvPr>
            <p:ph type="body" idx="1"/>
          </p:nvPr>
        </p:nvSpPr>
        <p:spPr>
          <a:xfrm>
            <a:off x="546668"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5" name="Google Shape;105;p5"/>
          <p:cNvSpPr txBox="1">
            <a:spLocks noGrp="1"/>
          </p:cNvSpPr>
          <p:nvPr>
            <p:ph type="body" idx="6"/>
          </p:nvPr>
        </p:nvSpPr>
        <p:spPr>
          <a:xfrm>
            <a:off x="556692"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6" name="Google Shape;106;p5"/>
          <p:cNvSpPr txBox="1">
            <a:spLocks noGrp="1"/>
          </p:cNvSpPr>
          <p:nvPr>
            <p:ph type="body" idx="7"/>
          </p:nvPr>
        </p:nvSpPr>
        <p:spPr>
          <a:xfrm>
            <a:off x="2789482"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7" name="Google Shape;107;p5"/>
          <p:cNvSpPr txBox="1">
            <a:spLocks noGrp="1"/>
          </p:cNvSpPr>
          <p:nvPr>
            <p:ph type="body" idx="8"/>
          </p:nvPr>
        </p:nvSpPr>
        <p:spPr>
          <a:xfrm>
            <a:off x="2789483"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8" name="Google Shape;108;p5"/>
          <p:cNvSpPr txBox="1">
            <a:spLocks noGrp="1"/>
          </p:cNvSpPr>
          <p:nvPr>
            <p:ph type="body" idx="9"/>
          </p:nvPr>
        </p:nvSpPr>
        <p:spPr>
          <a:xfrm>
            <a:off x="5032296"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9" name="Google Shape;109;p5"/>
          <p:cNvSpPr txBox="1">
            <a:spLocks noGrp="1"/>
          </p:cNvSpPr>
          <p:nvPr>
            <p:ph type="body" idx="13"/>
          </p:nvPr>
        </p:nvSpPr>
        <p:spPr>
          <a:xfrm>
            <a:off x="5029201"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0" name="Google Shape;110;p5"/>
          <p:cNvSpPr txBox="1">
            <a:spLocks noGrp="1"/>
          </p:cNvSpPr>
          <p:nvPr>
            <p:ph type="body" idx="14"/>
          </p:nvPr>
        </p:nvSpPr>
        <p:spPr>
          <a:xfrm>
            <a:off x="7275110"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1" name="Google Shape;111;p5"/>
          <p:cNvSpPr txBox="1">
            <a:spLocks noGrp="1"/>
          </p:cNvSpPr>
          <p:nvPr>
            <p:ph type="body" idx="15"/>
          </p:nvPr>
        </p:nvSpPr>
        <p:spPr>
          <a:xfrm>
            <a:off x="7275111"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2" name="Google Shape;112;p5"/>
          <p:cNvSpPr txBox="1">
            <a:spLocks noGrp="1"/>
          </p:cNvSpPr>
          <p:nvPr>
            <p:ph type="body" idx="16"/>
          </p:nvPr>
        </p:nvSpPr>
        <p:spPr>
          <a:xfrm>
            <a:off x="9517923"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3" name="Google Shape;113;p5"/>
          <p:cNvSpPr txBox="1">
            <a:spLocks noGrp="1"/>
          </p:cNvSpPr>
          <p:nvPr>
            <p:ph type="body" idx="17"/>
          </p:nvPr>
        </p:nvSpPr>
        <p:spPr>
          <a:xfrm>
            <a:off x="9517923"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4" name="Google Shape;114;p5"/>
          <p:cNvSpPr>
            <a:spLocks noGrp="1"/>
          </p:cNvSpPr>
          <p:nvPr>
            <p:ph type="pic" idx="18"/>
          </p:nvPr>
        </p:nvSpPr>
        <p:spPr>
          <a:xfrm>
            <a:off x="878337" y="2555551"/>
            <a:ext cx="1485000" cy="1280100"/>
          </a:xfrm>
          <a:prstGeom prst="rect">
            <a:avLst/>
          </a:prstGeom>
          <a:noFill/>
          <a:ln>
            <a:noFill/>
          </a:ln>
        </p:spPr>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15"/>
        <p:cNvGrpSpPr/>
        <p:nvPr/>
      </p:nvGrpSpPr>
      <p:grpSpPr>
        <a:xfrm>
          <a:off x="0" y="0"/>
          <a:ext cx="0" cy="0"/>
          <a:chOff x="0" y="0"/>
          <a:chExt cx="0" cy="0"/>
        </a:xfrm>
      </p:grpSpPr>
      <p:grpSp>
        <p:nvGrpSpPr>
          <p:cNvPr id="116" name="Google Shape;116;p6"/>
          <p:cNvGrpSpPr/>
          <p:nvPr/>
        </p:nvGrpSpPr>
        <p:grpSpPr>
          <a:xfrm>
            <a:off x="0" y="-8467"/>
            <a:ext cx="12192133" cy="6866580"/>
            <a:chOff x="0" y="-8467"/>
            <a:chExt cx="12192133" cy="6866580"/>
          </a:xfrm>
        </p:grpSpPr>
        <p:sp>
          <p:nvSpPr>
            <p:cNvPr id="117" name="Google Shape;117;p6"/>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70200"/>
              </a:schemeClr>
            </a:solidFill>
            <a:ln>
              <a:noFill/>
            </a:ln>
          </p:spPr>
        </p:sp>
        <p:cxnSp>
          <p:nvCxnSpPr>
            <p:cNvPr id="118" name="Google Shape;118;p6"/>
            <p:cNvCxnSpPr/>
            <p:nvPr/>
          </p:nvCxnSpPr>
          <p:spPr>
            <a:xfrm>
              <a:off x="9371012" y="0"/>
              <a:ext cx="1219200" cy="6858000"/>
            </a:xfrm>
            <a:prstGeom prst="straightConnector1">
              <a:avLst/>
            </a:prstGeom>
            <a:noFill/>
            <a:ln w="9525" cap="flat" cmpd="sng">
              <a:solidFill>
                <a:schemeClr val="accent1">
                  <a:alpha val="70200"/>
                </a:schemeClr>
              </a:solidFill>
              <a:prstDash val="solid"/>
              <a:round/>
              <a:headEnd type="none" w="sm" len="sm"/>
              <a:tailEnd type="none" w="sm" len="sm"/>
            </a:ln>
          </p:spPr>
        </p:cxnSp>
        <p:cxnSp>
          <p:nvCxnSpPr>
            <p:cNvPr id="119" name="Google Shape;119;p6"/>
            <p:cNvCxnSpPr/>
            <p:nvPr/>
          </p:nvCxnSpPr>
          <p:spPr>
            <a:xfrm flipH="1">
              <a:off x="7425125" y="3681413"/>
              <a:ext cx="4763700" cy="3176700"/>
            </a:xfrm>
            <a:prstGeom prst="straightConnector1">
              <a:avLst/>
            </a:prstGeom>
            <a:noFill/>
            <a:ln w="9525" cap="flat" cmpd="sng">
              <a:solidFill>
                <a:schemeClr val="accent1">
                  <a:alpha val="70200"/>
                </a:schemeClr>
              </a:solidFill>
              <a:prstDash val="solid"/>
              <a:round/>
              <a:headEnd type="none" w="sm" len="sm"/>
              <a:tailEnd type="none" w="sm" len="sm"/>
            </a:ln>
          </p:spPr>
        </p:cxnSp>
        <p:sp>
          <p:nvSpPr>
            <p:cNvPr id="120" name="Google Shape;120;p6"/>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80"/>
              </a:schemeClr>
            </a:solidFill>
            <a:ln>
              <a:noFill/>
            </a:ln>
          </p:spPr>
        </p:sp>
        <p:sp>
          <p:nvSpPr>
            <p:cNvPr id="121" name="Google Shape;121;p6"/>
            <p:cNvSpPr/>
            <p:nvPr/>
          </p:nvSpPr>
          <p:spPr>
            <a:xfrm>
              <a:off x="9603442" y="-8467"/>
              <a:ext cx="258617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22" name="Google Shape;122;p6"/>
            <p:cNvSpPr/>
            <p:nvPr/>
          </p:nvSpPr>
          <p:spPr>
            <a:xfrm>
              <a:off x="8932333" y="3048000"/>
              <a:ext cx="3259800" cy="38100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6"/>
            <p:cNvSpPr/>
            <p:nvPr/>
          </p:nvSpPr>
          <p:spPr>
            <a:xfrm>
              <a:off x="9334500" y="-8467"/>
              <a:ext cx="2850868"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199"/>
              </a:srgbClr>
            </a:solidFill>
            <a:ln>
              <a:noFill/>
            </a:ln>
          </p:spPr>
        </p:sp>
        <p:sp>
          <p:nvSpPr>
            <p:cNvPr id="124" name="Google Shape;124;p6"/>
            <p:cNvSpPr/>
            <p:nvPr/>
          </p:nvSpPr>
          <p:spPr>
            <a:xfrm>
              <a:off x="10898730" y="-8467"/>
              <a:ext cx="1290094" cy="685800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200"/>
              </a:schemeClr>
            </a:solidFill>
            <a:ln>
              <a:noFill/>
            </a:ln>
          </p:spPr>
        </p:sp>
        <p:sp>
          <p:nvSpPr>
            <p:cNvPr id="125" name="Google Shape;125;p6"/>
            <p:cNvSpPr/>
            <p:nvPr/>
          </p:nvSpPr>
          <p:spPr>
            <a:xfrm>
              <a:off x="10938999" y="-8467"/>
              <a:ext cx="1249825" cy="685800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26" name="Google Shape;126;p6"/>
            <p:cNvSpPr/>
            <p:nvPr/>
          </p:nvSpPr>
          <p:spPr>
            <a:xfrm>
              <a:off x="10371666" y="3589867"/>
              <a:ext cx="1817100" cy="32682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 name="Google Shape;127;p6"/>
          <p:cNvSpPr txBox="1">
            <a:spLocks noGrp="1"/>
          </p:cNvSpPr>
          <p:nvPr>
            <p:ph type="ctrTitle"/>
          </p:nvPr>
        </p:nvSpPr>
        <p:spPr>
          <a:xfrm>
            <a:off x="1507067" y="2404534"/>
            <a:ext cx="7767000" cy="1646400"/>
          </a:xfrm>
          <a:prstGeom prst="rect">
            <a:avLst/>
          </a:prstGeom>
          <a:noFill/>
          <a:ln>
            <a:noFill/>
          </a:ln>
        </p:spPr>
        <p:txBody>
          <a:bodyPr spcFirstLastPara="1" wrap="square" lIns="91425" tIns="45700" rIns="91425" bIns="45700" anchor="b" anchorCtr="0">
            <a:noAutofit/>
          </a:bodyPr>
          <a:lstStyle>
            <a:lvl1pPr lvl="0" algn="r" rtl="0">
              <a:spcBef>
                <a:spcPts val="0"/>
              </a:spcBef>
              <a:spcAft>
                <a:spcPts val="0"/>
              </a:spcAft>
              <a:buClr>
                <a:schemeClr val="accent1"/>
              </a:buClr>
              <a:buSzPts val="5400"/>
              <a:buFont typeface="Trebuchet MS"/>
              <a:buNone/>
              <a:defRPr sz="5400">
                <a:solidFill>
                  <a:schemeClr val="accen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8" name="Google Shape;128;p6"/>
          <p:cNvSpPr txBox="1">
            <a:spLocks noGrp="1"/>
          </p:cNvSpPr>
          <p:nvPr>
            <p:ph type="subTitle" idx="1"/>
          </p:nvPr>
        </p:nvSpPr>
        <p:spPr>
          <a:xfrm>
            <a:off x="1507067" y="4050833"/>
            <a:ext cx="7767000" cy="1096800"/>
          </a:xfrm>
          <a:prstGeom prst="rect">
            <a:avLst/>
          </a:prstGeom>
          <a:noFill/>
          <a:ln>
            <a:noFill/>
          </a:ln>
        </p:spPr>
        <p:txBody>
          <a:bodyPr spcFirstLastPara="1" wrap="square" lIns="91425" tIns="45700" rIns="91425" bIns="45700" anchor="t" anchorCtr="0">
            <a:normAutofit/>
          </a:bodyPr>
          <a:lstStyle>
            <a:lvl1pPr lvl="0" algn="r" rtl="0">
              <a:spcBef>
                <a:spcPts val="1000"/>
              </a:spcBef>
              <a:spcAft>
                <a:spcPts val="0"/>
              </a:spcAft>
              <a:buSzPts val="1440"/>
              <a:buNone/>
              <a:defRPr>
                <a:solidFill>
                  <a:srgbClr val="7F7F7F"/>
                </a:solidFill>
              </a:defRPr>
            </a:lvl1pPr>
            <a:lvl2pPr lvl="1" algn="ctr" rtl="0">
              <a:spcBef>
                <a:spcPts val="1000"/>
              </a:spcBef>
              <a:spcAft>
                <a:spcPts val="0"/>
              </a:spcAft>
              <a:buSzPts val="1280"/>
              <a:buNone/>
              <a:defRPr>
                <a:solidFill>
                  <a:srgbClr val="888888"/>
                </a:solidFill>
              </a:defRPr>
            </a:lvl2pPr>
            <a:lvl3pPr lvl="2" algn="ctr" rtl="0">
              <a:spcBef>
                <a:spcPts val="1000"/>
              </a:spcBef>
              <a:spcAft>
                <a:spcPts val="0"/>
              </a:spcAft>
              <a:buSzPts val="1120"/>
              <a:buNone/>
              <a:defRPr>
                <a:solidFill>
                  <a:srgbClr val="888888"/>
                </a:solidFill>
              </a:defRPr>
            </a:lvl3pPr>
            <a:lvl4pPr lvl="3" algn="ctr" rtl="0">
              <a:spcBef>
                <a:spcPts val="1000"/>
              </a:spcBef>
              <a:spcAft>
                <a:spcPts val="0"/>
              </a:spcAft>
              <a:buSzPts val="960"/>
              <a:buNone/>
              <a:defRPr>
                <a:solidFill>
                  <a:srgbClr val="888888"/>
                </a:solidFill>
              </a:defRPr>
            </a:lvl4pPr>
            <a:lvl5pPr lvl="4" algn="ctr" rtl="0">
              <a:spcBef>
                <a:spcPts val="1000"/>
              </a:spcBef>
              <a:spcAft>
                <a:spcPts val="0"/>
              </a:spcAft>
              <a:buSzPts val="960"/>
              <a:buNone/>
              <a:defRPr>
                <a:solidFill>
                  <a:srgbClr val="888888"/>
                </a:solidFill>
              </a:defRPr>
            </a:lvl5pPr>
            <a:lvl6pPr lvl="5" algn="ctr" rtl="0">
              <a:spcBef>
                <a:spcPts val="1000"/>
              </a:spcBef>
              <a:spcAft>
                <a:spcPts val="0"/>
              </a:spcAft>
              <a:buSzPts val="960"/>
              <a:buNone/>
              <a:defRPr>
                <a:solidFill>
                  <a:srgbClr val="888888"/>
                </a:solidFill>
              </a:defRPr>
            </a:lvl6pPr>
            <a:lvl7pPr lvl="6" algn="ctr" rtl="0">
              <a:spcBef>
                <a:spcPts val="1000"/>
              </a:spcBef>
              <a:spcAft>
                <a:spcPts val="0"/>
              </a:spcAft>
              <a:buSzPts val="960"/>
              <a:buNone/>
              <a:defRPr>
                <a:solidFill>
                  <a:srgbClr val="888888"/>
                </a:solidFill>
              </a:defRPr>
            </a:lvl7pPr>
            <a:lvl8pPr lvl="7" algn="ctr" rtl="0">
              <a:spcBef>
                <a:spcPts val="1000"/>
              </a:spcBef>
              <a:spcAft>
                <a:spcPts val="0"/>
              </a:spcAft>
              <a:buSzPts val="960"/>
              <a:buNone/>
              <a:defRPr>
                <a:solidFill>
                  <a:srgbClr val="888888"/>
                </a:solidFill>
              </a:defRPr>
            </a:lvl8pPr>
            <a:lvl9pPr lvl="8" algn="ctr" rtl="0">
              <a:spcBef>
                <a:spcPts val="1000"/>
              </a:spcBef>
              <a:spcAft>
                <a:spcPts val="0"/>
              </a:spcAft>
              <a:buSzPts val="960"/>
              <a:buNone/>
              <a:defRPr>
                <a:solidFill>
                  <a:srgbClr val="888888"/>
                </a:solidFill>
              </a:defRPr>
            </a:lvl9pPr>
          </a:lstStyle>
          <a:p>
            <a:endParaRPr/>
          </a:p>
        </p:txBody>
      </p:sp>
      <p:sp>
        <p:nvSpPr>
          <p:cNvPr id="129" name="Google Shape;129;p6"/>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0" name="Google Shape;130;p6"/>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1" name="Google Shape;131;p6"/>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4" name="Google Shape;134;p7"/>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35" name="Google Shape;135;p7"/>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6" name="Google Shape;136;p7"/>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7" name="Google Shape;137;p7"/>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677335" y="2700867"/>
            <a:ext cx="8596800" cy="182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4000"/>
              <a:buFont typeface="Trebuchet MS"/>
              <a:buNone/>
              <a:defRPr sz="40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0" name="Google Shape;140;p8"/>
          <p:cNvSpPr txBox="1">
            <a:spLocks noGrp="1"/>
          </p:cNvSpPr>
          <p:nvPr>
            <p:ph type="body" idx="1"/>
          </p:nvPr>
        </p:nvSpPr>
        <p:spPr>
          <a:xfrm>
            <a:off x="677335" y="4527448"/>
            <a:ext cx="8596800" cy="8604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600"/>
              <a:buNone/>
              <a:defRPr sz="20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41" name="Google Shape;141;p8"/>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2" name="Google Shape;142;p8"/>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 name="Google Shape;143;p8"/>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6" name="Google Shape;146;p9"/>
          <p:cNvSpPr txBox="1">
            <a:spLocks noGrp="1"/>
          </p:cNvSpPr>
          <p:nvPr>
            <p:ph type="body" idx="1"/>
          </p:nvPr>
        </p:nvSpPr>
        <p:spPr>
          <a:xfrm>
            <a:off x="677334" y="2160589"/>
            <a:ext cx="41841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47" name="Google Shape;147;p9"/>
          <p:cNvSpPr txBox="1">
            <a:spLocks noGrp="1"/>
          </p:cNvSpPr>
          <p:nvPr>
            <p:ph type="body" idx="2"/>
          </p:nvPr>
        </p:nvSpPr>
        <p:spPr>
          <a:xfrm>
            <a:off x="5089970" y="2160589"/>
            <a:ext cx="41841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48" name="Google Shape;148;p9"/>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9" name="Google Shape;149;p9"/>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0" name="Google Shape;150;p9"/>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51"/>
        <p:cNvGrpSpPr/>
        <p:nvPr/>
      </p:nvGrpSpPr>
      <p:grpSpPr>
        <a:xfrm>
          <a:off x="0" y="0"/>
          <a:ext cx="0" cy="0"/>
          <a:chOff x="0" y="0"/>
          <a:chExt cx="0" cy="0"/>
        </a:xfrm>
      </p:grpSpPr>
      <p:sp>
        <p:nvSpPr>
          <p:cNvPr id="152" name="Google Shape;152;p10"/>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3600"/>
              <a:buFont typeface="Trebuchet MS"/>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3" name="Google Shape;153;p10"/>
          <p:cNvSpPr txBox="1">
            <a:spLocks noGrp="1"/>
          </p:cNvSpPr>
          <p:nvPr>
            <p:ph type="body" idx="1"/>
          </p:nvPr>
        </p:nvSpPr>
        <p:spPr>
          <a:xfrm>
            <a:off x="675745" y="2160983"/>
            <a:ext cx="4185600" cy="5763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None/>
              <a:defRPr sz="2400" b="0"/>
            </a:lvl1pPr>
            <a:lvl2pPr marL="914400" lvl="1" indent="-228600" algn="l" rtl="0">
              <a:spcBef>
                <a:spcPts val="1000"/>
              </a:spcBef>
              <a:spcAft>
                <a:spcPts val="0"/>
              </a:spcAft>
              <a:buSzPts val="1600"/>
              <a:buNone/>
              <a:defRPr sz="2000" b="1"/>
            </a:lvl2pPr>
            <a:lvl3pPr marL="1371600" lvl="2" indent="-228600" algn="l" rtl="0">
              <a:spcBef>
                <a:spcPts val="1000"/>
              </a:spcBef>
              <a:spcAft>
                <a:spcPts val="0"/>
              </a:spcAft>
              <a:buSzPts val="1440"/>
              <a:buNone/>
              <a:defRPr sz="1800" b="1"/>
            </a:lvl3pPr>
            <a:lvl4pPr marL="1828800" lvl="3" indent="-228600" algn="l" rtl="0">
              <a:spcBef>
                <a:spcPts val="1000"/>
              </a:spcBef>
              <a:spcAft>
                <a:spcPts val="0"/>
              </a:spcAft>
              <a:buSzPts val="1280"/>
              <a:buNone/>
              <a:defRPr sz="1600" b="1"/>
            </a:lvl4pPr>
            <a:lvl5pPr marL="2286000" lvl="4" indent="-228600" algn="l" rtl="0">
              <a:spcBef>
                <a:spcPts val="1000"/>
              </a:spcBef>
              <a:spcAft>
                <a:spcPts val="0"/>
              </a:spcAft>
              <a:buSzPts val="1280"/>
              <a:buNone/>
              <a:defRPr sz="1600" b="1"/>
            </a:lvl5pPr>
            <a:lvl6pPr marL="2743200" lvl="5" indent="-228600" algn="l" rtl="0">
              <a:spcBef>
                <a:spcPts val="1000"/>
              </a:spcBef>
              <a:spcAft>
                <a:spcPts val="0"/>
              </a:spcAft>
              <a:buSzPts val="1280"/>
              <a:buNone/>
              <a:defRPr sz="1600" b="1"/>
            </a:lvl6pPr>
            <a:lvl7pPr marL="3200400" lvl="6" indent="-228600" algn="l" rtl="0">
              <a:spcBef>
                <a:spcPts val="1000"/>
              </a:spcBef>
              <a:spcAft>
                <a:spcPts val="0"/>
              </a:spcAft>
              <a:buSzPts val="1280"/>
              <a:buNone/>
              <a:defRPr sz="1600" b="1"/>
            </a:lvl7pPr>
            <a:lvl8pPr marL="3657600" lvl="7" indent="-228600" algn="l" rtl="0">
              <a:spcBef>
                <a:spcPts val="1000"/>
              </a:spcBef>
              <a:spcAft>
                <a:spcPts val="0"/>
              </a:spcAft>
              <a:buSzPts val="1280"/>
              <a:buNone/>
              <a:defRPr sz="1600" b="1"/>
            </a:lvl8pPr>
            <a:lvl9pPr marL="4114800" lvl="8" indent="-228600" algn="l" rtl="0">
              <a:spcBef>
                <a:spcPts val="1000"/>
              </a:spcBef>
              <a:spcAft>
                <a:spcPts val="0"/>
              </a:spcAft>
              <a:buSzPts val="1280"/>
              <a:buNone/>
              <a:defRPr sz="1600" b="1"/>
            </a:lvl9pPr>
          </a:lstStyle>
          <a:p>
            <a:endParaRPr/>
          </a:p>
        </p:txBody>
      </p:sp>
      <p:sp>
        <p:nvSpPr>
          <p:cNvPr id="154" name="Google Shape;154;p10"/>
          <p:cNvSpPr txBox="1">
            <a:spLocks noGrp="1"/>
          </p:cNvSpPr>
          <p:nvPr>
            <p:ph type="body" idx="2"/>
          </p:nvPr>
        </p:nvSpPr>
        <p:spPr>
          <a:xfrm>
            <a:off x="675745" y="2737245"/>
            <a:ext cx="4185600" cy="3304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55" name="Google Shape;155;p10"/>
          <p:cNvSpPr txBox="1">
            <a:spLocks noGrp="1"/>
          </p:cNvSpPr>
          <p:nvPr>
            <p:ph type="body" idx="3"/>
          </p:nvPr>
        </p:nvSpPr>
        <p:spPr>
          <a:xfrm>
            <a:off x="5088383" y="2160983"/>
            <a:ext cx="4185600" cy="5763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None/>
              <a:defRPr sz="2400" b="0"/>
            </a:lvl1pPr>
            <a:lvl2pPr marL="914400" lvl="1" indent="-228600" algn="l" rtl="0">
              <a:spcBef>
                <a:spcPts val="1000"/>
              </a:spcBef>
              <a:spcAft>
                <a:spcPts val="0"/>
              </a:spcAft>
              <a:buSzPts val="1600"/>
              <a:buNone/>
              <a:defRPr sz="2000" b="1"/>
            </a:lvl2pPr>
            <a:lvl3pPr marL="1371600" lvl="2" indent="-228600" algn="l" rtl="0">
              <a:spcBef>
                <a:spcPts val="1000"/>
              </a:spcBef>
              <a:spcAft>
                <a:spcPts val="0"/>
              </a:spcAft>
              <a:buSzPts val="1440"/>
              <a:buNone/>
              <a:defRPr sz="1800" b="1"/>
            </a:lvl3pPr>
            <a:lvl4pPr marL="1828800" lvl="3" indent="-228600" algn="l" rtl="0">
              <a:spcBef>
                <a:spcPts val="1000"/>
              </a:spcBef>
              <a:spcAft>
                <a:spcPts val="0"/>
              </a:spcAft>
              <a:buSzPts val="1280"/>
              <a:buNone/>
              <a:defRPr sz="1600" b="1"/>
            </a:lvl4pPr>
            <a:lvl5pPr marL="2286000" lvl="4" indent="-228600" algn="l" rtl="0">
              <a:spcBef>
                <a:spcPts val="1000"/>
              </a:spcBef>
              <a:spcAft>
                <a:spcPts val="0"/>
              </a:spcAft>
              <a:buSzPts val="1280"/>
              <a:buNone/>
              <a:defRPr sz="1600" b="1"/>
            </a:lvl5pPr>
            <a:lvl6pPr marL="2743200" lvl="5" indent="-228600" algn="l" rtl="0">
              <a:spcBef>
                <a:spcPts val="1000"/>
              </a:spcBef>
              <a:spcAft>
                <a:spcPts val="0"/>
              </a:spcAft>
              <a:buSzPts val="1280"/>
              <a:buNone/>
              <a:defRPr sz="1600" b="1"/>
            </a:lvl6pPr>
            <a:lvl7pPr marL="3200400" lvl="6" indent="-228600" algn="l" rtl="0">
              <a:spcBef>
                <a:spcPts val="1000"/>
              </a:spcBef>
              <a:spcAft>
                <a:spcPts val="0"/>
              </a:spcAft>
              <a:buSzPts val="1280"/>
              <a:buNone/>
              <a:defRPr sz="1600" b="1"/>
            </a:lvl7pPr>
            <a:lvl8pPr marL="3657600" lvl="7" indent="-228600" algn="l" rtl="0">
              <a:spcBef>
                <a:spcPts val="1000"/>
              </a:spcBef>
              <a:spcAft>
                <a:spcPts val="0"/>
              </a:spcAft>
              <a:buSzPts val="1280"/>
              <a:buNone/>
              <a:defRPr sz="1600" b="1"/>
            </a:lvl8pPr>
            <a:lvl9pPr marL="4114800" lvl="8" indent="-228600" algn="l" rtl="0">
              <a:spcBef>
                <a:spcPts val="1000"/>
              </a:spcBef>
              <a:spcAft>
                <a:spcPts val="0"/>
              </a:spcAft>
              <a:buSzPts val="1280"/>
              <a:buNone/>
              <a:defRPr sz="1600" b="1"/>
            </a:lvl9pPr>
          </a:lstStyle>
          <a:p>
            <a:endParaRPr/>
          </a:p>
        </p:txBody>
      </p:sp>
      <p:sp>
        <p:nvSpPr>
          <p:cNvPr id="156" name="Google Shape;156;p10"/>
          <p:cNvSpPr txBox="1">
            <a:spLocks noGrp="1"/>
          </p:cNvSpPr>
          <p:nvPr>
            <p:ph type="body" idx="4"/>
          </p:nvPr>
        </p:nvSpPr>
        <p:spPr>
          <a:xfrm>
            <a:off x="5088384" y="2737245"/>
            <a:ext cx="4185600" cy="3304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57" name="Google Shape;157;p10"/>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8" name="Google Shape;158;p10"/>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9" name="Google Shape;159;p10"/>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0"/>
        <p:cNvGrpSpPr/>
        <p:nvPr/>
      </p:nvGrpSpPr>
      <p:grpSpPr>
        <a:xfrm>
          <a:off x="0" y="0"/>
          <a:ext cx="0" cy="0"/>
          <a:chOff x="0" y="0"/>
          <a:chExt cx="0" cy="0"/>
        </a:xfrm>
      </p:grpSpPr>
      <p:sp>
        <p:nvSpPr>
          <p:cNvPr id="161" name="Google Shape;161;p11"/>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2" name="Google Shape;162;p1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3" name="Google Shape;163;p1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4" name="Google Shape;164;p1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5"/>
        <p:cNvGrpSpPr/>
        <p:nvPr/>
      </p:nvGrpSpPr>
      <p:grpSpPr>
        <a:xfrm>
          <a:off x="0" y="0"/>
          <a:ext cx="0" cy="0"/>
          <a:chOff x="0" y="0"/>
          <a:chExt cx="0" cy="0"/>
        </a:xfrm>
      </p:grpSpPr>
      <p:sp>
        <p:nvSpPr>
          <p:cNvPr id="166" name="Google Shape;166;p12"/>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7" name="Google Shape;167;p12"/>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8" name="Google Shape;168;p12"/>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69"/>
        <p:cNvGrpSpPr/>
        <p:nvPr/>
      </p:nvGrpSpPr>
      <p:grpSpPr>
        <a:xfrm>
          <a:off x="0" y="0"/>
          <a:ext cx="0" cy="0"/>
          <a:chOff x="0" y="0"/>
          <a:chExt cx="0" cy="0"/>
        </a:xfrm>
      </p:grpSpPr>
      <p:sp>
        <p:nvSpPr>
          <p:cNvPr id="170" name="Google Shape;170;p13"/>
          <p:cNvSpPr txBox="1">
            <a:spLocks noGrp="1"/>
          </p:cNvSpPr>
          <p:nvPr>
            <p:ph type="title"/>
          </p:nvPr>
        </p:nvSpPr>
        <p:spPr>
          <a:xfrm>
            <a:off x="677334" y="1498604"/>
            <a:ext cx="3854400" cy="12786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2000"/>
              <a:buFont typeface="Trebuchet MS"/>
              <a:buNone/>
              <a:defRPr sz="200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1" name="Google Shape;171;p13"/>
          <p:cNvSpPr txBox="1">
            <a:spLocks noGrp="1"/>
          </p:cNvSpPr>
          <p:nvPr>
            <p:ph type="body" idx="1"/>
          </p:nvPr>
        </p:nvSpPr>
        <p:spPr>
          <a:xfrm>
            <a:off x="4760461" y="514924"/>
            <a:ext cx="4513500" cy="55263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72" name="Google Shape;172;p13"/>
          <p:cNvSpPr txBox="1">
            <a:spLocks noGrp="1"/>
          </p:cNvSpPr>
          <p:nvPr>
            <p:ph type="body" idx="2"/>
          </p:nvPr>
        </p:nvSpPr>
        <p:spPr>
          <a:xfrm>
            <a:off x="677334" y="2777069"/>
            <a:ext cx="3854400" cy="25845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120"/>
              <a:buNone/>
              <a:defRPr sz="1400"/>
            </a:lvl1pPr>
            <a:lvl2pPr marL="914400" lvl="1" indent="-228600" algn="l" rtl="0">
              <a:spcBef>
                <a:spcPts val="1000"/>
              </a:spcBef>
              <a:spcAft>
                <a:spcPts val="0"/>
              </a:spcAft>
              <a:buSzPts val="1120"/>
              <a:buNone/>
              <a:defRPr sz="1400"/>
            </a:lvl2pPr>
            <a:lvl3pPr marL="1371600" lvl="2" indent="-228600" algn="l" rtl="0">
              <a:spcBef>
                <a:spcPts val="1000"/>
              </a:spcBef>
              <a:spcAft>
                <a:spcPts val="0"/>
              </a:spcAft>
              <a:buSzPts val="960"/>
              <a:buNone/>
              <a:defRPr sz="1200"/>
            </a:lvl3pPr>
            <a:lvl4pPr marL="1828800" lvl="3" indent="-228600" algn="l" rtl="0">
              <a:spcBef>
                <a:spcPts val="1000"/>
              </a:spcBef>
              <a:spcAft>
                <a:spcPts val="0"/>
              </a:spcAft>
              <a:buSzPts val="800"/>
              <a:buNone/>
              <a:defRPr sz="1000"/>
            </a:lvl4pPr>
            <a:lvl5pPr marL="2286000" lvl="4" indent="-228600" algn="l" rtl="0">
              <a:spcBef>
                <a:spcPts val="1000"/>
              </a:spcBef>
              <a:spcAft>
                <a:spcPts val="0"/>
              </a:spcAft>
              <a:buSzPts val="800"/>
              <a:buNone/>
              <a:defRPr sz="1000"/>
            </a:lvl5pPr>
            <a:lvl6pPr marL="2743200" lvl="5" indent="-228600" algn="l" rtl="0">
              <a:spcBef>
                <a:spcPts val="1000"/>
              </a:spcBef>
              <a:spcAft>
                <a:spcPts val="0"/>
              </a:spcAft>
              <a:buSzPts val="800"/>
              <a:buNone/>
              <a:defRPr sz="1000"/>
            </a:lvl6pPr>
            <a:lvl7pPr marL="3200400" lvl="6" indent="-228600" algn="l" rtl="0">
              <a:spcBef>
                <a:spcPts val="1000"/>
              </a:spcBef>
              <a:spcAft>
                <a:spcPts val="0"/>
              </a:spcAft>
              <a:buSzPts val="800"/>
              <a:buNone/>
              <a:defRPr sz="1000"/>
            </a:lvl7pPr>
            <a:lvl8pPr marL="3657600" lvl="7" indent="-228600" algn="l" rtl="0">
              <a:spcBef>
                <a:spcPts val="1000"/>
              </a:spcBef>
              <a:spcAft>
                <a:spcPts val="0"/>
              </a:spcAft>
              <a:buSzPts val="800"/>
              <a:buNone/>
              <a:defRPr sz="1000"/>
            </a:lvl8pPr>
            <a:lvl9pPr marL="4114800" lvl="8" indent="-228600" algn="l" rtl="0">
              <a:spcBef>
                <a:spcPts val="1000"/>
              </a:spcBef>
              <a:spcAft>
                <a:spcPts val="0"/>
              </a:spcAft>
              <a:buSzPts val="800"/>
              <a:buNone/>
              <a:defRPr sz="1000"/>
            </a:lvl9pPr>
          </a:lstStyle>
          <a:p>
            <a:endParaRPr/>
          </a:p>
        </p:txBody>
      </p:sp>
      <p:sp>
        <p:nvSpPr>
          <p:cNvPr id="173" name="Google Shape;173;p13"/>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4" name="Google Shape;174;p13"/>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5" name="Google Shape;175;p13"/>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76"/>
        <p:cNvGrpSpPr/>
        <p:nvPr/>
      </p:nvGrpSpPr>
      <p:grpSpPr>
        <a:xfrm>
          <a:off x="0" y="0"/>
          <a:ext cx="0" cy="0"/>
          <a:chOff x="0" y="0"/>
          <a:chExt cx="0" cy="0"/>
        </a:xfrm>
      </p:grpSpPr>
      <p:sp>
        <p:nvSpPr>
          <p:cNvPr id="177" name="Google Shape;177;p14"/>
          <p:cNvSpPr txBox="1">
            <a:spLocks noGrp="1"/>
          </p:cNvSpPr>
          <p:nvPr>
            <p:ph type="title"/>
          </p:nvPr>
        </p:nvSpPr>
        <p:spPr>
          <a:xfrm>
            <a:off x="677334" y="4800600"/>
            <a:ext cx="85968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2400"/>
              <a:buFont typeface="Trebuchet MS"/>
              <a:buNone/>
              <a:defRPr sz="2400" b="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8" name="Google Shape;178;p14"/>
          <p:cNvSpPr>
            <a:spLocks noGrp="1"/>
          </p:cNvSpPr>
          <p:nvPr>
            <p:ph type="pic" idx="2"/>
          </p:nvPr>
        </p:nvSpPr>
        <p:spPr>
          <a:xfrm>
            <a:off x="677334" y="609600"/>
            <a:ext cx="8596800" cy="3845700"/>
          </a:xfrm>
          <a:prstGeom prst="rect">
            <a:avLst/>
          </a:prstGeom>
          <a:noFill/>
          <a:ln>
            <a:noFill/>
          </a:ln>
        </p:spPr>
      </p:sp>
      <p:sp>
        <p:nvSpPr>
          <p:cNvPr id="179" name="Google Shape;179;p14"/>
          <p:cNvSpPr txBox="1">
            <a:spLocks noGrp="1"/>
          </p:cNvSpPr>
          <p:nvPr>
            <p:ph type="body" idx="1"/>
          </p:nvPr>
        </p:nvSpPr>
        <p:spPr>
          <a:xfrm>
            <a:off x="677334" y="5367338"/>
            <a:ext cx="8596800" cy="6741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960"/>
              <a:buNone/>
              <a:defRPr sz="1200"/>
            </a:lvl1pPr>
            <a:lvl2pPr marL="914400" lvl="1" indent="-228600" algn="l" rtl="0">
              <a:spcBef>
                <a:spcPts val="1000"/>
              </a:spcBef>
              <a:spcAft>
                <a:spcPts val="0"/>
              </a:spcAft>
              <a:buSzPts val="960"/>
              <a:buNone/>
              <a:defRPr sz="1200"/>
            </a:lvl2pPr>
            <a:lvl3pPr marL="1371600" lvl="2" indent="-228600" algn="l" rtl="0">
              <a:spcBef>
                <a:spcPts val="1000"/>
              </a:spcBef>
              <a:spcAft>
                <a:spcPts val="0"/>
              </a:spcAft>
              <a:buSzPts val="800"/>
              <a:buNone/>
              <a:defRPr sz="1000"/>
            </a:lvl3pPr>
            <a:lvl4pPr marL="1828800" lvl="3" indent="-228600" algn="l" rtl="0">
              <a:spcBef>
                <a:spcPts val="1000"/>
              </a:spcBef>
              <a:spcAft>
                <a:spcPts val="0"/>
              </a:spcAft>
              <a:buSzPts val="720"/>
              <a:buNone/>
              <a:defRPr sz="900"/>
            </a:lvl4pPr>
            <a:lvl5pPr marL="2286000" lvl="4" indent="-228600" algn="l" rtl="0">
              <a:spcBef>
                <a:spcPts val="1000"/>
              </a:spcBef>
              <a:spcAft>
                <a:spcPts val="0"/>
              </a:spcAft>
              <a:buSzPts val="720"/>
              <a:buNone/>
              <a:defRPr sz="900"/>
            </a:lvl5pPr>
            <a:lvl6pPr marL="2743200" lvl="5" indent="-228600" algn="l" rtl="0">
              <a:spcBef>
                <a:spcPts val="1000"/>
              </a:spcBef>
              <a:spcAft>
                <a:spcPts val="0"/>
              </a:spcAft>
              <a:buSzPts val="720"/>
              <a:buNone/>
              <a:defRPr sz="900"/>
            </a:lvl6pPr>
            <a:lvl7pPr marL="3200400" lvl="6" indent="-228600" algn="l" rtl="0">
              <a:spcBef>
                <a:spcPts val="1000"/>
              </a:spcBef>
              <a:spcAft>
                <a:spcPts val="0"/>
              </a:spcAft>
              <a:buSzPts val="720"/>
              <a:buNone/>
              <a:defRPr sz="900"/>
            </a:lvl7pPr>
            <a:lvl8pPr marL="3657600" lvl="7" indent="-228600" algn="l" rtl="0">
              <a:spcBef>
                <a:spcPts val="1000"/>
              </a:spcBef>
              <a:spcAft>
                <a:spcPts val="0"/>
              </a:spcAft>
              <a:buSzPts val="720"/>
              <a:buNone/>
              <a:defRPr sz="900"/>
            </a:lvl8pPr>
            <a:lvl9pPr marL="4114800" lvl="8" indent="-228600" algn="l" rtl="0">
              <a:spcBef>
                <a:spcPts val="1000"/>
              </a:spcBef>
              <a:spcAft>
                <a:spcPts val="0"/>
              </a:spcAft>
              <a:buSzPts val="720"/>
              <a:buNone/>
              <a:defRPr sz="900"/>
            </a:lvl9pPr>
          </a:lstStyle>
          <a:p>
            <a:endParaRPr/>
          </a:p>
        </p:txBody>
      </p:sp>
      <p:sp>
        <p:nvSpPr>
          <p:cNvPr id="180" name="Google Shape;180;p14"/>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1" name="Google Shape;181;p14"/>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2" name="Google Shape;182;p14"/>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83"/>
        <p:cNvGrpSpPr/>
        <p:nvPr/>
      </p:nvGrpSpPr>
      <p:grpSpPr>
        <a:xfrm>
          <a:off x="0" y="0"/>
          <a:ext cx="0" cy="0"/>
          <a:chOff x="0" y="0"/>
          <a:chExt cx="0" cy="0"/>
        </a:xfrm>
      </p:grpSpPr>
      <p:sp>
        <p:nvSpPr>
          <p:cNvPr id="184" name="Google Shape;184;p15"/>
          <p:cNvSpPr txBox="1">
            <a:spLocks noGrp="1"/>
          </p:cNvSpPr>
          <p:nvPr>
            <p:ph type="title"/>
          </p:nvPr>
        </p:nvSpPr>
        <p:spPr>
          <a:xfrm>
            <a:off x="677335" y="609600"/>
            <a:ext cx="8596800" cy="3403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5" name="Google Shape;185;p15"/>
          <p:cNvSpPr txBox="1">
            <a:spLocks noGrp="1"/>
          </p:cNvSpPr>
          <p:nvPr>
            <p:ph type="body" idx="1"/>
          </p:nvPr>
        </p:nvSpPr>
        <p:spPr>
          <a:xfrm>
            <a:off x="677335" y="4470400"/>
            <a:ext cx="8596800" cy="1571100"/>
          </a:xfrm>
          <a:prstGeom prst="rect">
            <a:avLst/>
          </a:prstGeom>
          <a:noFill/>
          <a:ln>
            <a:noFill/>
          </a:ln>
        </p:spPr>
        <p:txBody>
          <a:bodyPr spcFirstLastPara="1" wrap="square" lIns="91425" tIns="45700" rIns="91425" bIns="45700" anchor="ctr"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86" name="Google Shape;186;p15"/>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7" name="Google Shape;187;p15"/>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8" name="Google Shape;188;p15"/>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89"/>
        <p:cNvGrpSpPr/>
        <p:nvPr/>
      </p:nvGrpSpPr>
      <p:grpSpPr>
        <a:xfrm>
          <a:off x="0" y="0"/>
          <a:ext cx="0" cy="0"/>
          <a:chOff x="0" y="0"/>
          <a:chExt cx="0" cy="0"/>
        </a:xfrm>
      </p:grpSpPr>
      <p:sp>
        <p:nvSpPr>
          <p:cNvPr id="190" name="Google Shape;190;p16"/>
          <p:cNvSpPr txBox="1">
            <a:spLocks noGrp="1"/>
          </p:cNvSpPr>
          <p:nvPr>
            <p:ph type="title"/>
          </p:nvPr>
        </p:nvSpPr>
        <p:spPr>
          <a:xfrm>
            <a:off x="931334" y="609600"/>
            <a:ext cx="80940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1" name="Google Shape;191;p16"/>
          <p:cNvSpPr txBox="1">
            <a:spLocks noGrp="1"/>
          </p:cNvSpPr>
          <p:nvPr>
            <p:ph type="body" idx="1"/>
          </p:nvPr>
        </p:nvSpPr>
        <p:spPr>
          <a:xfrm>
            <a:off x="1366139" y="3632200"/>
            <a:ext cx="7224600" cy="381000"/>
          </a:xfrm>
          <a:prstGeom prst="rect">
            <a:avLst/>
          </a:prstGeom>
          <a:noFill/>
          <a:ln>
            <a:noFill/>
          </a:ln>
        </p:spPr>
        <p:txBody>
          <a:bodyPr spcFirstLastPara="1" wrap="square" lIns="91425" tIns="45700" rIns="91425" bIns="45700" anchor="ctr" anchorCtr="0">
            <a:noAutofit/>
          </a:bodyPr>
          <a:lstStyle>
            <a:lvl1pPr marL="457200" lvl="0" indent="-228600" algn="l" rtl="0">
              <a:spcBef>
                <a:spcPts val="1000"/>
              </a:spcBef>
              <a:spcAft>
                <a:spcPts val="0"/>
              </a:spcAft>
              <a:buSzPts val="1280"/>
              <a:buFont typeface="Trebuchet MS"/>
              <a:buNone/>
              <a:defRPr sz="1600">
                <a:solidFill>
                  <a:srgbClr val="7F7F7F"/>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92" name="Google Shape;192;p16"/>
          <p:cNvSpPr txBox="1">
            <a:spLocks noGrp="1"/>
          </p:cNvSpPr>
          <p:nvPr>
            <p:ph type="body" idx="2"/>
          </p:nvPr>
        </p:nvSpPr>
        <p:spPr>
          <a:xfrm>
            <a:off x="677335" y="4470400"/>
            <a:ext cx="8596800" cy="1571100"/>
          </a:xfrm>
          <a:prstGeom prst="rect">
            <a:avLst/>
          </a:prstGeom>
          <a:noFill/>
          <a:ln>
            <a:noFill/>
          </a:ln>
        </p:spPr>
        <p:txBody>
          <a:bodyPr spcFirstLastPara="1" wrap="square" lIns="91425" tIns="45700" rIns="91425" bIns="45700" anchor="ctr"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93" name="Google Shape;193;p16"/>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4" name="Google Shape;194;p16"/>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5" name="Google Shape;195;p16"/>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96" name="Google Shape;196;p16"/>
          <p:cNvSpPr txBox="1"/>
          <p:nvPr/>
        </p:nvSpPr>
        <p:spPr>
          <a:xfrm>
            <a:off x="541870" y="79037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197" name="Google Shape;197;p16"/>
          <p:cNvSpPr txBox="1"/>
          <p:nvPr/>
        </p:nvSpPr>
        <p:spPr>
          <a:xfrm>
            <a:off x="8893011" y="288655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98"/>
        <p:cNvGrpSpPr/>
        <p:nvPr/>
      </p:nvGrpSpPr>
      <p:grpSpPr>
        <a:xfrm>
          <a:off x="0" y="0"/>
          <a:ext cx="0" cy="0"/>
          <a:chOff x="0" y="0"/>
          <a:chExt cx="0" cy="0"/>
        </a:xfrm>
      </p:grpSpPr>
      <p:sp>
        <p:nvSpPr>
          <p:cNvPr id="199" name="Google Shape;199;p17"/>
          <p:cNvSpPr txBox="1">
            <a:spLocks noGrp="1"/>
          </p:cNvSpPr>
          <p:nvPr>
            <p:ph type="title"/>
          </p:nvPr>
        </p:nvSpPr>
        <p:spPr>
          <a:xfrm>
            <a:off x="677335" y="1931988"/>
            <a:ext cx="8596800" cy="25956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0" name="Google Shape;200;p17"/>
          <p:cNvSpPr txBox="1">
            <a:spLocks noGrp="1"/>
          </p:cNvSpPr>
          <p:nvPr>
            <p:ph type="body" idx="1"/>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01" name="Google Shape;201;p17"/>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2" name="Google Shape;202;p17"/>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3" name="Google Shape;203;p17"/>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204"/>
        <p:cNvGrpSpPr/>
        <p:nvPr/>
      </p:nvGrpSpPr>
      <p:grpSpPr>
        <a:xfrm>
          <a:off x="0" y="0"/>
          <a:ext cx="0" cy="0"/>
          <a:chOff x="0" y="0"/>
          <a:chExt cx="0" cy="0"/>
        </a:xfrm>
      </p:grpSpPr>
      <p:sp>
        <p:nvSpPr>
          <p:cNvPr id="205" name="Google Shape;205;p18"/>
          <p:cNvSpPr txBox="1">
            <a:spLocks noGrp="1"/>
          </p:cNvSpPr>
          <p:nvPr>
            <p:ph type="title"/>
          </p:nvPr>
        </p:nvSpPr>
        <p:spPr>
          <a:xfrm>
            <a:off x="931334" y="609600"/>
            <a:ext cx="80940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6" name="Google Shape;206;p18"/>
          <p:cNvSpPr txBox="1">
            <a:spLocks noGrp="1"/>
          </p:cNvSpPr>
          <p:nvPr>
            <p:ph type="body" idx="1"/>
          </p:nvPr>
        </p:nvSpPr>
        <p:spPr>
          <a:xfrm>
            <a:off x="677332" y="4013200"/>
            <a:ext cx="8596800" cy="5142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Font typeface="Trebuchet MS"/>
              <a:buNone/>
              <a:defRPr sz="2400">
                <a:solidFill>
                  <a:srgbClr val="3F3F3F"/>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07" name="Google Shape;207;p18"/>
          <p:cNvSpPr txBox="1">
            <a:spLocks noGrp="1"/>
          </p:cNvSpPr>
          <p:nvPr>
            <p:ph type="body" idx="2"/>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08" name="Google Shape;208;p18"/>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9" name="Google Shape;209;p18"/>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0" name="Google Shape;210;p18"/>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11" name="Google Shape;211;p18"/>
          <p:cNvSpPr txBox="1"/>
          <p:nvPr/>
        </p:nvSpPr>
        <p:spPr>
          <a:xfrm>
            <a:off x="541870" y="79037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212" name="Google Shape;212;p18"/>
          <p:cNvSpPr txBox="1"/>
          <p:nvPr/>
        </p:nvSpPr>
        <p:spPr>
          <a:xfrm>
            <a:off x="8893011" y="288655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213"/>
        <p:cNvGrpSpPr/>
        <p:nvPr/>
      </p:nvGrpSpPr>
      <p:grpSpPr>
        <a:xfrm>
          <a:off x="0" y="0"/>
          <a:ext cx="0" cy="0"/>
          <a:chOff x="0" y="0"/>
          <a:chExt cx="0" cy="0"/>
        </a:xfrm>
      </p:grpSpPr>
      <p:sp>
        <p:nvSpPr>
          <p:cNvPr id="214" name="Google Shape;214;p19"/>
          <p:cNvSpPr txBox="1">
            <a:spLocks noGrp="1"/>
          </p:cNvSpPr>
          <p:nvPr>
            <p:ph type="title"/>
          </p:nvPr>
        </p:nvSpPr>
        <p:spPr>
          <a:xfrm>
            <a:off x="685799" y="609600"/>
            <a:ext cx="85881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5" name="Google Shape;215;p19"/>
          <p:cNvSpPr txBox="1">
            <a:spLocks noGrp="1"/>
          </p:cNvSpPr>
          <p:nvPr>
            <p:ph type="body" idx="1"/>
          </p:nvPr>
        </p:nvSpPr>
        <p:spPr>
          <a:xfrm>
            <a:off x="677332" y="4013200"/>
            <a:ext cx="8596800" cy="5142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Font typeface="Trebuchet MS"/>
              <a:buNone/>
              <a:defRPr sz="2400">
                <a:solidFill>
                  <a:schemeClr val="accent1"/>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16" name="Google Shape;216;p19"/>
          <p:cNvSpPr txBox="1">
            <a:spLocks noGrp="1"/>
          </p:cNvSpPr>
          <p:nvPr>
            <p:ph type="body" idx="2"/>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17" name="Google Shape;217;p19"/>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8" name="Google Shape;218;p19"/>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9" name="Google Shape;219;p19"/>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0"/>
        <p:cNvGrpSpPr/>
        <p:nvPr/>
      </p:nvGrpSpPr>
      <p:grpSpPr>
        <a:xfrm>
          <a:off x="0" y="0"/>
          <a:ext cx="0" cy="0"/>
          <a:chOff x="0" y="0"/>
          <a:chExt cx="0" cy="0"/>
        </a:xfrm>
      </p:grpSpPr>
      <p:sp>
        <p:nvSpPr>
          <p:cNvPr id="221" name="Google Shape;221;p20"/>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2" name="Google Shape;222;p20"/>
          <p:cNvSpPr txBox="1">
            <a:spLocks noGrp="1"/>
          </p:cNvSpPr>
          <p:nvPr>
            <p:ph type="body" idx="1"/>
          </p:nvPr>
        </p:nvSpPr>
        <p:spPr>
          <a:xfrm rot="5400000">
            <a:off x="3035202" y="-197411"/>
            <a:ext cx="3880800" cy="8596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23" name="Google Shape;223;p20"/>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4" name="Google Shape;224;p20"/>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5" name="Google Shape;225;p20"/>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6"/>
        <p:cNvGrpSpPr/>
        <p:nvPr/>
      </p:nvGrpSpPr>
      <p:grpSpPr>
        <a:xfrm>
          <a:off x="0" y="0"/>
          <a:ext cx="0" cy="0"/>
          <a:chOff x="0" y="0"/>
          <a:chExt cx="0" cy="0"/>
        </a:xfrm>
      </p:grpSpPr>
      <p:sp>
        <p:nvSpPr>
          <p:cNvPr id="227" name="Google Shape;227;p21"/>
          <p:cNvSpPr txBox="1">
            <a:spLocks noGrp="1"/>
          </p:cNvSpPr>
          <p:nvPr>
            <p:ph type="title"/>
          </p:nvPr>
        </p:nvSpPr>
        <p:spPr>
          <a:xfrm rot="5400000">
            <a:off x="5994316" y="2582999"/>
            <a:ext cx="5251500" cy="13047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8" name="Google Shape;228;p21"/>
          <p:cNvSpPr txBox="1">
            <a:spLocks noGrp="1"/>
          </p:cNvSpPr>
          <p:nvPr>
            <p:ph type="body" idx="1"/>
          </p:nvPr>
        </p:nvSpPr>
        <p:spPr>
          <a:xfrm rot="5400000">
            <a:off x="1581635" y="-294750"/>
            <a:ext cx="5251500" cy="7060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29" name="Google Shape;229;p2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0" name="Google Shape;230;p2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1" name="Google Shape;231;p2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1_Custom Layout">
  <p:cSld name="1_Custom Layout">
    <p:bg>
      <p:bgPr>
        <a:solidFill>
          <a:schemeClr val="dk1"/>
        </a:solidFill>
        <a:effectLst/>
      </p:bgPr>
    </p:bg>
    <p:spTree>
      <p:nvGrpSpPr>
        <p:cNvPr id="1" name="Shape 232"/>
        <p:cNvGrpSpPr/>
        <p:nvPr/>
      </p:nvGrpSpPr>
      <p:grpSpPr>
        <a:xfrm>
          <a:off x="0" y="0"/>
          <a:ext cx="0" cy="0"/>
          <a:chOff x="0" y="0"/>
          <a:chExt cx="0" cy="0"/>
        </a:xfrm>
      </p:grpSpPr>
      <p:sp>
        <p:nvSpPr>
          <p:cNvPr id="233" name="Google Shape;233;p22"/>
          <p:cNvSpPr>
            <a:spLocks noGrp="1"/>
          </p:cNvSpPr>
          <p:nvPr>
            <p:ph type="pic" idx="2"/>
          </p:nvPr>
        </p:nvSpPr>
        <p:spPr>
          <a:xfrm>
            <a:off x="0" y="0"/>
            <a:ext cx="12192000" cy="6858000"/>
          </a:xfrm>
          <a:prstGeom prst="rect">
            <a:avLst/>
          </a:prstGeom>
          <a:noFill/>
          <a:ln>
            <a:noFill/>
          </a:ln>
        </p:spPr>
      </p:sp>
      <p:sp>
        <p:nvSpPr>
          <p:cNvPr id="234" name="Google Shape;234;p22" descr="Tall office building looking up"/>
          <p:cNvSpPr/>
          <p:nvPr/>
        </p:nvSpPr>
        <p:spPr>
          <a:xfrm>
            <a:off x="3718560" y="1181123"/>
            <a:ext cx="4755000" cy="4495800"/>
          </a:xfrm>
          <a:prstGeom prst="rect">
            <a:avLst/>
          </a:prstGeom>
          <a:solidFill>
            <a:schemeClr val="accent5">
              <a:alpha val="40000"/>
            </a:schemeClr>
          </a:solidFill>
          <a:ln w="603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35" name="Google Shape;235;p22"/>
          <p:cNvSpPr txBox="1">
            <a:spLocks noGrp="1"/>
          </p:cNvSpPr>
          <p:nvPr>
            <p:ph type="body" idx="1"/>
          </p:nvPr>
        </p:nvSpPr>
        <p:spPr>
          <a:xfrm>
            <a:off x="4149139" y="4859469"/>
            <a:ext cx="3924900" cy="490500"/>
          </a:xfrm>
          <a:prstGeom prst="rect">
            <a:avLst/>
          </a:prstGeom>
          <a:noFill/>
          <a:ln>
            <a:noFill/>
          </a:ln>
        </p:spPr>
        <p:txBody>
          <a:bodyPr spcFirstLastPara="1" wrap="square" lIns="91425" tIns="45700" rIns="91425" bIns="45700" anchor="t" anchorCtr="0">
            <a:normAutofit/>
          </a:bodyPr>
          <a:lstStyle>
            <a:lvl1pPr marL="457200" lvl="0" indent="-228600" algn="r" rtl="0">
              <a:spcBef>
                <a:spcPts val="1000"/>
              </a:spcBef>
              <a:spcAft>
                <a:spcPts val="0"/>
              </a:spcAft>
              <a:buSzPts val="1920"/>
              <a:buNone/>
              <a:defRPr sz="2400" b="1">
                <a:solidFill>
                  <a:schemeClr val="accent4"/>
                </a:solidFill>
                <a:latin typeface="Calibri"/>
                <a:ea typeface="Calibri"/>
                <a:cs typeface="Calibri"/>
                <a:sym typeface="Calibri"/>
              </a:defRPr>
            </a:lvl1pPr>
            <a:lvl2pPr marL="914400" lvl="1" indent="-228600" algn="l" rtl="0">
              <a:spcBef>
                <a:spcPts val="1000"/>
              </a:spcBef>
              <a:spcAft>
                <a:spcPts val="0"/>
              </a:spcAft>
              <a:buSzPts val="1280"/>
              <a:buNone/>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36" name="Google Shape;236;p22"/>
          <p:cNvSpPr txBox="1">
            <a:spLocks noGrp="1"/>
          </p:cNvSpPr>
          <p:nvPr>
            <p:ph type="title"/>
          </p:nvPr>
        </p:nvSpPr>
        <p:spPr>
          <a:xfrm>
            <a:off x="4149139" y="1529685"/>
            <a:ext cx="3924900" cy="1695600"/>
          </a:xfrm>
          <a:prstGeom prst="rect">
            <a:avLst/>
          </a:prstGeom>
          <a:noFill/>
          <a:ln>
            <a:noFill/>
          </a:ln>
        </p:spPr>
        <p:txBody>
          <a:bodyPr spcFirstLastPara="1" wrap="square" lIns="91425" tIns="45700" rIns="91425" bIns="45700" anchor="t" anchorCtr="0">
            <a:normAutofit/>
          </a:bodyPr>
          <a:lstStyle>
            <a:lvl1pPr lvl="0" algn="l" rtl="0">
              <a:spcBef>
                <a:spcPts val="1000"/>
              </a:spcBef>
              <a:spcAft>
                <a:spcPts val="0"/>
              </a:spcAft>
              <a:buClr>
                <a:schemeClr val="lt1"/>
              </a:buClr>
              <a:buSzPts val="4800"/>
              <a:buFont typeface="Trebuchet MS"/>
              <a:buNone/>
              <a:defRPr sz="4800" b="1">
                <a:solidFill>
                  <a:schemeClr val="l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grpSp>
        <p:nvGrpSpPr>
          <p:cNvPr id="54" name="Google Shape;54;p1"/>
          <p:cNvGrpSpPr/>
          <p:nvPr/>
        </p:nvGrpSpPr>
        <p:grpSpPr>
          <a:xfrm>
            <a:off x="0" y="-8467"/>
            <a:ext cx="12192133" cy="6866580"/>
            <a:chOff x="0" y="-8467"/>
            <a:chExt cx="12192133" cy="6866580"/>
          </a:xfrm>
        </p:grpSpPr>
        <p:cxnSp>
          <p:nvCxnSpPr>
            <p:cNvPr id="55" name="Google Shape;55;p1"/>
            <p:cNvCxnSpPr/>
            <p:nvPr/>
          </p:nvCxnSpPr>
          <p:spPr>
            <a:xfrm>
              <a:off x="9371012" y="0"/>
              <a:ext cx="1219200" cy="6858000"/>
            </a:xfrm>
            <a:prstGeom prst="straightConnector1">
              <a:avLst/>
            </a:prstGeom>
            <a:noFill/>
            <a:ln w="9525" cap="flat" cmpd="sng">
              <a:solidFill>
                <a:schemeClr val="accent1">
                  <a:alpha val="70200"/>
                </a:schemeClr>
              </a:solidFill>
              <a:prstDash val="solid"/>
              <a:round/>
              <a:headEnd type="none" w="sm" len="sm"/>
              <a:tailEnd type="none" w="sm" len="sm"/>
            </a:ln>
          </p:spPr>
        </p:cxnSp>
        <p:cxnSp>
          <p:nvCxnSpPr>
            <p:cNvPr id="56" name="Google Shape;56;p1"/>
            <p:cNvCxnSpPr/>
            <p:nvPr/>
          </p:nvCxnSpPr>
          <p:spPr>
            <a:xfrm flipH="1">
              <a:off x="7425125" y="3681413"/>
              <a:ext cx="4763700" cy="3176700"/>
            </a:xfrm>
            <a:prstGeom prst="straightConnector1">
              <a:avLst/>
            </a:prstGeom>
            <a:noFill/>
            <a:ln w="9525" cap="flat" cmpd="sng">
              <a:solidFill>
                <a:schemeClr val="accent1">
                  <a:alpha val="70200"/>
                </a:schemeClr>
              </a:solidFill>
              <a:prstDash val="solid"/>
              <a:round/>
              <a:headEnd type="none" w="sm" len="sm"/>
              <a:tailEnd type="none" w="sm" len="sm"/>
            </a:ln>
          </p:spPr>
        </p:cxnSp>
        <p:sp>
          <p:nvSpPr>
            <p:cNvPr id="57" name="Google Shape;57;p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80"/>
              </a:schemeClr>
            </a:solidFill>
            <a:ln>
              <a:noFill/>
            </a:ln>
          </p:spPr>
        </p:sp>
        <p:sp>
          <p:nvSpPr>
            <p:cNvPr id="58" name="Google Shape;58;p1"/>
            <p:cNvSpPr/>
            <p:nvPr/>
          </p:nvSpPr>
          <p:spPr>
            <a:xfrm>
              <a:off x="9603442" y="-8467"/>
              <a:ext cx="258617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59" name="Google Shape;59;p1"/>
            <p:cNvSpPr/>
            <p:nvPr/>
          </p:nvSpPr>
          <p:spPr>
            <a:xfrm>
              <a:off x="8932333" y="3048000"/>
              <a:ext cx="3259800" cy="38100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
            <p:cNvSpPr/>
            <p:nvPr/>
          </p:nvSpPr>
          <p:spPr>
            <a:xfrm>
              <a:off x="9334500" y="-8467"/>
              <a:ext cx="2850868"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199"/>
              </a:srgbClr>
            </a:solidFill>
            <a:ln>
              <a:noFill/>
            </a:ln>
          </p:spPr>
        </p:sp>
        <p:sp>
          <p:nvSpPr>
            <p:cNvPr id="61" name="Google Shape;61;p1"/>
            <p:cNvSpPr/>
            <p:nvPr/>
          </p:nvSpPr>
          <p:spPr>
            <a:xfrm>
              <a:off x="10898730" y="-8467"/>
              <a:ext cx="1290094" cy="685800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200"/>
              </a:schemeClr>
            </a:solidFill>
            <a:ln>
              <a:noFill/>
            </a:ln>
          </p:spPr>
        </p:sp>
        <p:sp>
          <p:nvSpPr>
            <p:cNvPr id="62" name="Google Shape;62;p1"/>
            <p:cNvSpPr/>
            <p:nvPr/>
          </p:nvSpPr>
          <p:spPr>
            <a:xfrm>
              <a:off x="10938999" y="-8467"/>
              <a:ext cx="1249825" cy="685800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63" name="Google Shape;63;p1"/>
            <p:cNvSpPr/>
            <p:nvPr/>
          </p:nvSpPr>
          <p:spPr>
            <a:xfrm>
              <a:off x="10371666" y="3589867"/>
              <a:ext cx="1817100" cy="32682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
            <p:cNvSpPr/>
            <p:nvPr/>
          </p:nvSpPr>
          <p:spPr>
            <a:xfrm>
              <a:off x="0" y="4013200"/>
              <a:ext cx="448800" cy="2844900"/>
            </a:xfrm>
            <a:prstGeom prst="triangle">
              <a:avLst>
                <a:gd name="adj" fmla="val 0"/>
              </a:avLst>
            </a:prstGeom>
            <a:solidFill>
              <a:schemeClr val="accent1">
                <a:alpha val="702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 name="Google Shape;65;p1"/>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66" name="Google Shape;66;p1"/>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20"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67" name="Google Shape;67;p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68" name="Google Shape;68;p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69" name="Google Shape;69;p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
        <p:nvSpPr>
          <p:cNvPr id="70" name="Google Shape;70;p1"/>
          <p:cNvSpPr txBox="1"/>
          <p:nvPr/>
        </p:nvSpPr>
        <p:spPr>
          <a:xfrm>
            <a:off x="660396" y="6378906"/>
            <a:ext cx="2743200" cy="365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0" i="0" u="none" strike="noStrike" cap="none">
                <a:solidFill>
                  <a:schemeClr val="accent2"/>
                </a:solidFill>
                <a:latin typeface="Trebuchet MS"/>
                <a:ea typeface="Trebuchet MS"/>
                <a:cs typeface="Trebuchet MS"/>
                <a:sym typeface="Trebuchet MS"/>
              </a:rPr>
              <a:t>9/2/2026</a:t>
            </a:r>
            <a:endParaRPr sz="1100" b="0" i="0" u="none" strike="noStrike" cap="none">
              <a:solidFill>
                <a:schemeClr val="accent2"/>
              </a:solidFill>
              <a:latin typeface="Trebuchet MS"/>
              <a:ea typeface="Trebuchet MS"/>
              <a:cs typeface="Trebuchet MS"/>
              <a:sym typeface="Trebuchet MS"/>
            </a:endParaRPr>
          </a:p>
        </p:txBody>
      </p:sp>
      <p:sp>
        <p:nvSpPr>
          <p:cNvPr id="71" name="Google Shape;71;p1"/>
          <p:cNvSpPr txBox="1"/>
          <p:nvPr/>
        </p:nvSpPr>
        <p:spPr>
          <a:xfrm>
            <a:off x="1445526" y="6378906"/>
            <a:ext cx="4114800" cy="365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1" i="0" u="none" strike="noStrike" cap="none">
                <a:solidFill>
                  <a:schemeClr val="accent2"/>
                </a:solidFill>
                <a:latin typeface="Trebuchet MS"/>
                <a:ea typeface="Trebuchet MS"/>
                <a:cs typeface="Trebuchet MS"/>
                <a:sym typeface="Trebuchet MS"/>
              </a:rPr>
              <a:t>Annual Review</a:t>
            </a:r>
            <a:endParaRPr/>
          </a:p>
        </p:txBody>
      </p:sp>
      <p:sp>
        <p:nvSpPr>
          <p:cNvPr id="72" name="Google Shape;72;p1"/>
          <p:cNvSpPr txBox="1"/>
          <p:nvPr/>
        </p:nvSpPr>
        <p:spPr>
          <a:xfrm>
            <a:off x="8805338" y="6378906"/>
            <a:ext cx="274320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accent4"/>
                </a:solidFill>
                <a:latin typeface="Trebuchet MS"/>
                <a:ea typeface="Trebuchet MS"/>
                <a:cs typeface="Trebuchet MS"/>
                <a:sym typeface="Trebuchet MS"/>
              </a:rPr>
              <a:t>‹#›</a:t>
            </a:fld>
            <a:endParaRPr sz="1100" b="0" i="0" u="none" strike="noStrike" cap="none">
              <a:solidFill>
                <a:schemeClr val="accent4"/>
              </a:solidFill>
              <a:latin typeface="Trebuchet MS"/>
              <a:ea typeface="Trebuchet MS"/>
              <a:cs typeface="Trebuchet MS"/>
              <a:sym typeface="Trebuchet M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github.com/shree895/Seasonal-Agriculture-Performance-Analysi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3"/>
          <p:cNvSpPr txBox="1">
            <a:spLocks noGrp="1"/>
          </p:cNvSpPr>
          <p:nvPr>
            <p:ph type="body" idx="1"/>
          </p:nvPr>
        </p:nvSpPr>
        <p:spPr>
          <a:xfrm>
            <a:off x="-223157" y="3583914"/>
            <a:ext cx="3400200" cy="8616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600"/>
              <a:buNone/>
            </a:pPr>
            <a:r>
              <a:rPr lang="en-US" sz="2400" dirty="0">
                <a:solidFill>
                  <a:schemeClr val="dk1"/>
                </a:solidFill>
              </a:rPr>
              <a:t>Student Name- College Name- </a:t>
            </a:r>
            <a:endParaRPr sz="2400" dirty="0">
              <a:solidFill>
                <a:schemeClr val="dk1"/>
              </a:solidFill>
            </a:endParaRPr>
          </a:p>
        </p:txBody>
      </p:sp>
      <p:sp>
        <p:nvSpPr>
          <p:cNvPr id="242" name="Google Shape;242;p23"/>
          <p:cNvSpPr txBox="1">
            <a:spLocks noGrp="1"/>
          </p:cNvSpPr>
          <p:nvPr>
            <p:ph type="title"/>
          </p:nvPr>
        </p:nvSpPr>
        <p:spPr>
          <a:xfrm>
            <a:off x="678364" y="2844750"/>
            <a:ext cx="4998600" cy="743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Font typeface="Trebuchet MS"/>
              <a:buNone/>
            </a:pPr>
            <a:r>
              <a:rPr lang="en-US" sz="3200"/>
              <a:t>Project Title -</a:t>
            </a:r>
            <a:endParaRPr sz="3200"/>
          </a:p>
        </p:txBody>
      </p:sp>
      <p:sp>
        <p:nvSpPr>
          <p:cNvPr id="243" name="Google Shape;243;p23"/>
          <p:cNvSpPr txBox="1"/>
          <p:nvPr/>
        </p:nvSpPr>
        <p:spPr>
          <a:xfrm>
            <a:off x="6400800" y="2794001"/>
            <a:ext cx="3312300" cy="8616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accent1"/>
              </a:buClr>
              <a:buSzPts val="1920"/>
              <a:buFont typeface="Noto Sans Symbols"/>
              <a:buNone/>
            </a:pPr>
            <a:endParaRPr sz="2400" b="1" i="0" u="none" strike="noStrike" cap="none">
              <a:solidFill>
                <a:schemeClr val="accent4"/>
              </a:solidFill>
              <a:latin typeface="Trebuchet MS"/>
              <a:ea typeface="Trebuchet MS"/>
              <a:cs typeface="Trebuchet MS"/>
              <a:sym typeface="Trebuchet MS"/>
            </a:endParaRPr>
          </a:p>
        </p:txBody>
      </p:sp>
      <p:pic>
        <p:nvPicPr>
          <p:cNvPr id="244" name="Google Shape;244;p23"/>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45" name="Google Shape;245;p23"/>
          <p:cNvSpPr txBox="1"/>
          <p:nvPr/>
        </p:nvSpPr>
        <p:spPr>
          <a:xfrm>
            <a:off x="957406" y="4585283"/>
            <a:ext cx="1861676"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chemeClr val="dk1"/>
                </a:solidFill>
                <a:latin typeface="Trebuchet MS"/>
                <a:ea typeface="Trebuchet MS"/>
                <a:cs typeface="Trebuchet MS"/>
                <a:sym typeface="Trebuchet MS"/>
              </a:rPr>
              <a:t>AICTE STU ID :</a:t>
            </a:r>
            <a:endParaRPr dirty="0"/>
          </a:p>
        </p:txBody>
      </p:sp>
      <p:sp>
        <p:nvSpPr>
          <p:cNvPr id="3" name="TextBox 2">
            <a:extLst>
              <a:ext uri="{FF2B5EF4-FFF2-40B4-BE49-F238E27FC236}">
                <a16:creationId xmlns:a16="http://schemas.microsoft.com/office/drawing/2014/main" id="{B5D67D46-7ABA-34B5-5C8F-6E69D836054E}"/>
              </a:ext>
            </a:extLst>
          </p:cNvPr>
          <p:cNvSpPr txBox="1"/>
          <p:nvPr/>
        </p:nvSpPr>
        <p:spPr>
          <a:xfrm>
            <a:off x="3372465" y="2905780"/>
            <a:ext cx="6873998" cy="523220"/>
          </a:xfrm>
          <a:prstGeom prst="rect">
            <a:avLst/>
          </a:prstGeom>
          <a:noFill/>
        </p:spPr>
        <p:txBody>
          <a:bodyPr wrap="none" rtlCol="0">
            <a:spAutoFit/>
          </a:bodyPr>
          <a:lstStyle/>
          <a:p>
            <a:r>
              <a:rPr lang="en-IN" sz="2800" b="1" dirty="0">
                <a:latin typeface="Times New Roman" panose="02020603050405020304" pitchFamily="18" charset="0"/>
                <a:cs typeface="Times New Roman" panose="02020603050405020304" pitchFamily="18" charset="0"/>
              </a:rPr>
              <a:t>Seasonal Agriculture Performance Analysis</a:t>
            </a:r>
          </a:p>
        </p:txBody>
      </p:sp>
      <p:sp>
        <p:nvSpPr>
          <p:cNvPr id="4" name="TextBox 3">
            <a:extLst>
              <a:ext uri="{FF2B5EF4-FFF2-40B4-BE49-F238E27FC236}">
                <a16:creationId xmlns:a16="http://schemas.microsoft.com/office/drawing/2014/main" id="{5CC6AD23-1B6A-FBB3-38D0-6483AB18BCA3}"/>
              </a:ext>
            </a:extLst>
          </p:cNvPr>
          <p:cNvSpPr txBox="1"/>
          <p:nvPr/>
        </p:nvSpPr>
        <p:spPr>
          <a:xfrm>
            <a:off x="3200784" y="3595520"/>
            <a:ext cx="1931939"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SHREE SINHA</a:t>
            </a:r>
            <a:endParaRPr lang="en-IN" sz="2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E4C362A-B28B-0A5F-0D6E-72F98355B59C}"/>
              </a:ext>
            </a:extLst>
          </p:cNvPr>
          <p:cNvSpPr txBox="1"/>
          <p:nvPr/>
        </p:nvSpPr>
        <p:spPr>
          <a:xfrm>
            <a:off x="3177043" y="4012720"/>
            <a:ext cx="3321743" cy="400110"/>
          </a:xfrm>
          <a:prstGeom prst="rect">
            <a:avLst/>
          </a:prstGeom>
          <a:noFill/>
        </p:spPr>
        <p:txBody>
          <a:bodyPr wrap="none" rtlCol="0">
            <a:spAutoFit/>
          </a:bodyPr>
          <a:lstStyle/>
          <a:p>
            <a:r>
              <a:rPr lang="en-US" sz="2000" b="1" dirty="0"/>
              <a:t>GALGOTIAS UNIVERSITY</a:t>
            </a:r>
            <a:endParaRPr lang="en-IN" sz="2000" b="1" dirty="0"/>
          </a:p>
        </p:txBody>
      </p:sp>
      <p:sp>
        <p:nvSpPr>
          <p:cNvPr id="6" name="TextBox 5">
            <a:extLst>
              <a:ext uri="{FF2B5EF4-FFF2-40B4-BE49-F238E27FC236}">
                <a16:creationId xmlns:a16="http://schemas.microsoft.com/office/drawing/2014/main" id="{4E8CE2B1-F141-5C91-D926-0D2C4977D2AE}"/>
              </a:ext>
            </a:extLst>
          </p:cNvPr>
          <p:cNvSpPr txBox="1"/>
          <p:nvPr/>
        </p:nvSpPr>
        <p:spPr>
          <a:xfrm>
            <a:off x="3200784" y="4585283"/>
            <a:ext cx="3608680" cy="369332"/>
          </a:xfrm>
          <a:prstGeom prst="rect">
            <a:avLst/>
          </a:prstGeom>
          <a:noFill/>
        </p:spPr>
        <p:txBody>
          <a:bodyPr wrap="none" rtlCol="0">
            <a:spAutoFit/>
          </a:bodyPr>
          <a:lstStyle/>
          <a:p>
            <a:r>
              <a:rPr lang="en-IN" sz="1800" b="1" dirty="0"/>
              <a:t>STU6a508e91047b61783664273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fade">
                                      <p:cBhvr>
                                        <p:cTn id="7" dur="1822"/>
                                        <p:tgtEl>
                                          <p:spTgt spid="24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43"/>
                                        </p:tgtEl>
                                        <p:attrNameLst>
                                          <p:attrName>style.visibility</p:attrName>
                                        </p:attrNameLst>
                                      </p:cBhvr>
                                      <p:to>
                                        <p:strVal val="visible"/>
                                      </p:to>
                                    </p:set>
                                    <p:anim calcmode="lin" valueType="num">
                                      <p:cBhvr additive="base">
                                        <p:cTn id="12" dur="500"/>
                                        <p:tgtEl>
                                          <p:spTgt spid="243"/>
                                        </p:tgtEl>
                                        <p:attrNameLst>
                                          <p:attrName>ppt_w</p:attrName>
                                        </p:attrNameLst>
                                      </p:cBhvr>
                                      <p:tavLst>
                                        <p:tav tm="0">
                                          <p:val>
                                            <p:strVal val="0"/>
                                          </p:val>
                                        </p:tav>
                                        <p:tav tm="100000">
                                          <p:val>
                                            <p:strVal val="#ppt_w"/>
                                          </p:val>
                                        </p:tav>
                                      </p:tavLst>
                                    </p:anim>
                                    <p:anim calcmode="lin" valueType="num">
                                      <p:cBhvr additive="base">
                                        <p:cTn id="13" dur="500"/>
                                        <p:tgtEl>
                                          <p:spTgt spid="243"/>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1">
                                            <p:txEl>
                                              <p:pRg st="0" end="0"/>
                                            </p:txEl>
                                          </p:spTgt>
                                        </p:tgtEl>
                                        <p:attrNameLst>
                                          <p:attrName>style.visibility</p:attrName>
                                        </p:attrNameLst>
                                      </p:cBhvr>
                                      <p:to>
                                        <p:strVal val="visible"/>
                                      </p:to>
                                    </p:set>
                                    <p:animEffect transition="in" filter="fade">
                                      <p:cBhvr>
                                        <p:cTn id="18" dur="500"/>
                                        <p:tgtEl>
                                          <p:spTgt spid="2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4"/>
          <p:cNvSpPr txBox="1">
            <a:spLocks noGrp="1"/>
          </p:cNvSpPr>
          <p:nvPr>
            <p:ph type="body" idx="1"/>
          </p:nvPr>
        </p:nvSpPr>
        <p:spPr>
          <a:xfrm>
            <a:off x="1046480" y="1875556"/>
            <a:ext cx="6431400" cy="3608100"/>
          </a:xfrm>
          <a:prstGeom prst="rect">
            <a:avLst/>
          </a:prstGeom>
          <a:noFill/>
          <a:ln>
            <a:noFill/>
          </a:ln>
        </p:spPr>
        <p:txBody>
          <a:bodyPr spcFirstLastPara="1" wrap="square" lIns="91425" tIns="45700" rIns="91425" bIns="45700" anchor="t" anchorCtr="0">
            <a:normAutofit/>
          </a:bodyPr>
          <a:lstStyle/>
          <a:p>
            <a:pPr marL="0" indent="0">
              <a:lnSpc>
                <a:spcPct val="150000"/>
              </a:lnSpc>
              <a:spcBef>
                <a:spcPts val="0"/>
              </a:spcBef>
              <a:buSzPts val="2240"/>
              <a:buNone/>
            </a:pPr>
            <a:r>
              <a:rPr lang="en-IN" sz="1400" dirty="0">
                <a:latin typeface="Times New Roman" panose="02020603050405020304" pitchFamily="18" charset="0"/>
                <a:cs typeface="Times New Roman" panose="02020603050405020304" pitchFamily="18" charset="0"/>
              </a:rPr>
              <a:t>Agricultural performance changes with seasons due to variations in rainfall, temperature, soil conditions, water usage, fertilizers, and other factors.</a:t>
            </a:r>
          </a:p>
          <a:p>
            <a:pPr marL="0" lvl="0" indent="0">
              <a:spcBef>
                <a:spcPts val="0"/>
              </a:spcBef>
              <a:buSzPts val="2240"/>
              <a:buNone/>
            </a:pPr>
            <a:endParaRPr lang="en-IN" sz="1400" dirty="0">
              <a:latin typeface="Times New Roman" panose="02020603050405020304" pitchFamily="18" charset="0"/>
              <a:cs typeface="Times New Roman" panose="02020603050405020304" pitchFamily="18" charset="0"/>
            </a:endParaRPr>
          </a:p>
          <a:p>
            <a:pPr marL="0" lvl="0" indent="0">
              <a:spcBef>
                <a:spcPts val="0"/>
              </a:spcBef>
              <a:buSzPts val="2240"/>
              <a:buNone/>
            </a:pPr>
            <a:r>
              <a:rPr lang="en-IN" sz="1400" dirty="0">
                <a:latin typeface="Times New Roman" panose="02020603050405020304" pitchFamily="18" charset="0"/>
                <a:cs typeface="Times New Roman" panose="02020603050405020304" pitchFamily="18" charset="0"/>
              </a:rPr>
              <a:t>However, it can be difficult to identify which seasons and crops perform better and what factors affect crop yield.</a:t>
            </a:r>
          </a:p>
          <a:p>
            <a:pPr marL="0" lvl="0" indent="0">
              <a:spcBef>
                <a:spcPts val="0"/>
              </a:spcBef>
              <a:buSzPts val="2240"/>
              <a:buNone/>
            </a:pPr>
            <a:endParaRPr lang="en-IN" sz="1400" dirty="0"/>
          </a:p>
          <a:p>
            <a:pPr marL="0" lvl="0" indent="0">
              <a:spcBef>
                <a:spcPts val="0"/>
              </a:spcBef>
              <a:buSzPts val="2240"/>
              <a:buNone/>
            </a:pPr>
            <a:r>
              <a:rPr lang="en-IN" b="1" dirty="0">
                <a:latin typeface="Times New Roman" panose="02020603050405020304" pitchFamily="18" charset="0"/>
                <a:cs typeface="Times New Roman" panose="02020603050405020304" pitchFamily="18" charset="0"/>
              </a:rPr>
              <a:t>“The project aims to </a:t>
            </a:r>
            <a:r>
              <a:rPr lang="en-IN" b="1" dirty="0" err="1">
                <a:latin typeface="Times New Roman" panose="02020603050405020304" pitchFamily="18" charset="0"/>
                <a:cs typeface="Times New Roman" panose="02020603050405020304" pitchFamily="18" charset="0"/>
              </a:rPr>
              <a:t>analyze</a:t>
            </a:r>
            <a:r>
              <a:rPr lang="en-IN" b="1" dirty="0">
                <a:latin typeface="Times New Roman" panose="02020603050405020304" pitchFamily="18" charset="0"/>
                <a:cs typeface="Times New Roman" panose="02020603050405020304" pitchFamily="18" charset="0"/>
              </a:rPr>
              <a:t> agricultural data across different seasons to identify patterns, compare crop performance, study resource efficiency, and understand the factors influencing agricultural productivity.’’</a:t>
            </a:r>
            <a:endParaRPr b="1" dirty="0">
              <a:latin typeface="Times New Roman" panose="02020603050405020304" pitchFamily="18" charset="0"/>
              <a:cs typeface="Times New Roman" panose="02020603050405020304" pitchFamily="18" charset="0"/>
            </a:endParaRPr>
          </a:p>
        </p:txBody>
      </p:sp>
      <p:sp>
        <p:nvSpPr>
          <p:cNvPr id="251" name="Google Shape;251;p24"/>
          <p:cNvSpPr txBox="1">
            <a:spLocks noGrp="1"/>
          </p:cNvSpPr>
          <p:nvPr>
            <p:ph type="title"/>
          </p:nvPr>
        </p:nvSpPr>
        <p:spPr>
          <a:xfrm>
            <a:off x="754602" y="550417"/>
            <a:ext cx="6995700" cy="7902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a:t>PROBLEM  STATEMENT</a:t>
            </a:r>
            <a:endParaRPr/>
          </a:p>
        </p:txBody>
      </p:sp>
      <p:pic>
        <p:nvPicPr>
          <p:cNvPr id="252" name="Google Shape;252;p24"/>
          <p:cNvPicPr preferRelativeResize="0"/>
          <p:nvPr/>
        </p:nvPicPr>
        <p:blipFill rotWithShape="1">
          <a:blip r:embed="rId3">
            <a:alphaModFix/>
          </a:blip>
          <a:srcRect/>
          <a:stretch/>
        </p:blipFill>
        <p:spPr>
          <a:xfrm>
            <a:off x="7995684" y="2930834"/>
            <a:ext cx="2760756" cy="3264408"/>
          </a:xfrm>
          <a:prstGeom prst="rect">
            <a:avLst/>
          </a:prstGeom>
          <a:noFill/>
          <a:ln>
            <a:noFill/>
          </a:ln>
        </p:spPr>
      </p:pic>
      <p:pic>
        <p:nvPicPr>
          <p:cNvPr id="253" name="Google Shape;253;p24"/>
          <p:cNvPicPr preferRelativeResize="0"/>
          <p:nvPr/>
        </p:nvPicPr>
        <p:blipFill rotWithShape="1">
          <a:blip r:embed="rId4">
            <a:alphaModFix/>
          </a:blip>
          <a:srcRect t="96181"/>
          <a:stretch/>
        </p:blipFill>
        <p:spPr>
          <a:xfrm>
            <a:off x="675957" y="6471920"/>
            <a:ext cx="2143125" cy="1930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51"/>
                                        </p:tgtEl>
                                        <p:attrNameLst>
                                          <p:attrName>style.visibility</p:attrName>
                                        </p:attrNameLst>
                                      </p:cBhvr>
                                      <p:to>
                                        <p:strVal val="visible"/>
                                      </p:to>
                                    </p:set>
                                    <p:anim calcmode="lin" valueType="num">
                                      <p:cBhvr additive="base">
                                        <p:cTn id="7" dur="500"/>
                                        <p:tgtEl>
                                          <p:spTgt spid="251"/>
                                        </p:tgtEl>
                                        <p:attrNameLst>
                                          <p:attrName>ppt_w</p:attrName>
                                        </p:attrNameLst>
                                      </p:cBhvr>
                                      <p:tavLst>
                                        <p:tav tm="0">
                                          <p:val>
                                            <p:strVal val="0"/>
                                          </p:val>
                                        </p:tav>
                                        <p:tav tm="100000">
                                          <p:val>
                                            <p:strVal val="#ppt_w"/>
                                          </p:val>
                                        </p:tav>
                                      </p:tavLst>
                                    </p:anim>
                                    <p:anim calcmode="lin" valueType="num">
                                      <p:cBhvr additive="base">
                                        <p:cTn id="8" dur="500"/>
                                        <p:tgtEl>
                                          <p:spTgt spid="25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50">
                                            <p:txEl>
                                              <p:pRg st="0" end="0"/>
                                            </p:txEl>
                                          </p:spTgt>
                                        </p:tgtEl>
                                        <p:attrNameLst>
                                          <p:attrName>style.visibility</p:attrName>
                                        </p:attrNameLst>
                                      </p:cBhvr>
                                      <p:to>
                                        <p:strVal val="visible"/>
                                      </p:to>
                                    </p:set>
                                    <p:animEffect transition="in" filter="fade">
                                      <p:cBhvr>
                                        <p:cTn id="13" dur="1000"/>
                                        <p:tgtEl>
                                          <p:spTgt spid="250">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50">
                                            <p:txEl>
                                              <p:pRg st="2" end="2"/>
                                            </p:txEl>
                                          </p:spTgt>
                                        </p:tgtEl>
                                        <p:attrNameLst>
                                          <p:attrName>style.visibility</p:attrName>
                                        </p:attrNameLst>
                                      </p:cBhvr>
                                      <p:to>
                                        <p:strVal val="visible"/>
                                      </p:to>
                                    </p:set>
                                    <p:animEffect transition="in" filter="fade">
                                      <p:cBhvr>
                                        <p:cTn id="18" dur="1000"/>
                                        <p:tgtEl>
                                          <p:spTgt spid="25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0">
                                            <p:txEl>
                                              <p:pRg st="4" end="4"/>
                                            </p:txEl>
                                          </p:spTgt>
                                        </p:tgtEl>
                                        <p:attrNameLst>
                                          <p:attrName>style.visibility</p:attrName>
                                        </p:attrNameLst>
                                      </p:cBhvr>
                                      <p:to>
                                        <p:strVal val="visible"/>
                                      </p:to>
                                    </p:set>
                                    <p:animEffect transition="in" filter="fade">
                                      <p:cBhvr>
                                        <p:cTn id="23" dur="1000"/>
                                        <p:tgtEl>
                                          <p:spTgt spid="2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57"/>
        <p:cNvGrpSpPr/>
        <p:nvPr/>
      </p:nvGrpSpPr>
      <p:grpSpPr>
        <a:xfrm>
          <a:off x="0" y="0"/>
          <a:ext cx="0" cy="0"/>
          <a:chOff x="0" y="0"/>
          <a:chExt cx="0" cy="0"/>
        </a:xfrm>
      </p:grpSpPr>
      <p:sp>
        <p:nvSpPr>
          <p:cNvPr id="258" name="Google Shape;258;p25"/>
          <p:cNvSpPr txBox="1">
            <a:spLocks noGrp="1"/>
          </p:cNvSpPr>
          <p:nvPr>
            <p:ph type="title"/>
          </p:nvPr>
        </p:nvSpPr>
        <p:spPr>
          <a:xfrm>
            <a:off x="660399" y="805213"/>
            <a:ext cx="6276000" cy="831000"/>
          </a:xfrm>
          <a:prstGeom prst="rect">
            <a:avLst/>
          </a:prstGeom>
          <a:noFill/>
          <a:ln>
            <a:noFill/>
          </a:ln>
        </p:spPr>
        <p:txBody>
          <a:bodyPr spcFirstLastPara="1" wrap="square" lIns="91425" tIns="45700" rIns="91425" bIns="45700" anchor="t" anchorCtr="0">
            <a:normAutofit fontScale="90000"/>
          </a:bodyPr>
          <a:lstStyle/>
          <a:p>
            <a:pPr lvl="0">
              <a:buSzPct val="100000"/>
            </a:pPr>
            <a:r>
              <a:rPr lang="en-US" dirty="0"/>
              <a:t>Project Description</a:t>
            </a:r>
            <a:br>
              <a:rPr lang="en-US" dirty="0"/>
            </a:br>
            <a:br>
              <a:rPr lang="en-US" dirty="0"/>
            </a:br>
            <a:r>
              <a:rPr lang="en-IN" sz="1600" dirty="0">
                <a:latin typeface="Times New Roman" panose="02020603050405020304" pitchFamily="18" charset="0"/>
                <a:cs typeface="Times New Roman" panose="02020603050405020304" pitchFamily="18" charset="0"/>
              </a:rPr>
              <a:t>This project uses agricultural data to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crop yield, production, water usage, water efficiency, environmental conditions, nutrients, irrigation methods, and economic performance across different seasons.</a:t>
            </a:r>
            <a:br>
              <a:rPr lang="en-US" dirty="0"/>
            </a:br>
            <a:br>
              <a:rPr lang="en-US" dirty="0"/>
            </a:br>
            <a:r>
              <a:rPr lang="en-IN" sz="1600" dirty="0">
                <a:latin typeface="Times New Roman" panose="02020603050405020304" pitchFamily="18" charset="0"/>
                <a:cs typeface="Times New Roman" panose="02020603050405020304" pitchFamily="18" charset="0"/>
              </a:rPr>
              <a:t>The data is cleaned and explored using Python, followed by statistical analysis and visualizations. Seasonal and crop-wise comparisons are performed to identify the best-performing conditions and important relationships between agricultural factors and yield.</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The project ultimately provides data-driven insights and recommendations that can help improve agricultural productivity and resource utilization</a:t>
            </a:r>
            <a:r>
              <a:rPr lang="en-IN" sz="1600" dirty="0"/>
              <a:t>.</a:t>
            </a:r>
            <a:endParaRPr sz="1600" dirty="0">
              <a:latin typeface="Times New Roman" panose="02020603050405020304" pitchFamily="18" charset="0"/>
              <a:cs typeface="Times New Roman" panose="02020603050405020304" pitchFamily="18" charset="0"/>
            </a:endParaRPr>
          </a:p>
        </p:txBody>
      </p:sp>
      <p:pic>
        <p:nvPicPr>
          <p:cNvPr id="259" name="Google Shape;259;p25"/>
          <p:cNvPicPr preferRelativeResize="0"/>
          <p:nvPr/>
        </p:nvPicPr>
        <p:blipFill rotWithShape="1">
          <a:blip r:embed="rId3">
            <a:alphaModFix/>
          </a:blip>
          <a:srcRect t="96181"/>
          <a:stretch/>
        </p:blipFill>
        <p:spPr>
          <a:xfrm>
            <a:off x="675957" y="6471920"/>
            <a:ext cx="2143125" cy="193040"/>
          </a:xfrm>
          <a:prstGeom prst="rect">
            <a:avLst/>
          </a:prstGeom>
          <a:noFill/>
          <a:ln>
            <a:noFill/>
          </a:ln>
        </p:spPr>
      </p:pic>
      <p:pic>
        <p:nvPicPr>
          <p:cNvPr id="260" name="Google Shape;260;p25"/>
          <p:cNvPicPr preferRelativeResize="0"/>
          <p:nvPr/>
        </p:nvPicPr>
        <p:blipFill rotWithShape="1">
          <a:blip r:embed="rId4">
            <a:alphaModFix/>
          </a:blip>
          <a:srcRect/>
          <a:stretch/>
        </p:blipFill>
        <p:spPr>
          <a:xfrm>
            <a:off x="467359" y="6410461"/>
            <a:ext cx="3706253" cy="29609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anim calcmode="lin" valueType="num">
                                      <p:cBhvr additive="base">
                                        <p:cTn id="7" dur="500"/>
                                        <p:tgtEl>
                                          <p:spTgt spid="258"/>
                                        </p:tgtEl>
                                        <p:attrNameLst>
                                          <p:attrName>ppt_w</p:attrName>
                                        </p:attrNameLst>
                                      </p:cBhvr>
                                      <p:tavLst>
                                        <p:tav tm="0">
                                          <p:val>
                                            <p:strVal val="0"/>
                                          </p:val>
                                        </p:tav>
                                        <p:tav tm="100000">
                                          <p:val>
                                            <p:strVal val="#ppt_w"/>
                                          </p:val>
                                        </p:tav>
                                      </p:tavLst>
                                    </p:anim>
                                    <p:anim calcmode="lin" valueType="num">
                                      <p:cBhvr additive="base">
                                        <p:cTn id="8" dur="500"/>
                                        <p:tgtEl>
                                          <p:spTgt spid="25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6"/>
          <p:cNvSpPr txBox="1">
            <a:spLocks noGrp="1"/>
          </p:cNvSpPr>
          <p:nvPr>
            <p:ph type="body" idx="1"/>
          </p:nvPr>
        </p:nvSpPr>
        <p:spPr>
          <a:xfrm>
            <a:off x="721359" y="1991360"/>
            <a:ext cx="7904400" cy="3990000"/>
          </a:xfrm>
          <a:prstGeom prst="rect">
            <a:avLst/>
          </a:prstGeom>
          <a:noFill/>
          <a:ln>
            <a:noFill/>
          </a:ln>
        </p:spPr>
        <p:txBody>
          <a:bodyPr spcFirstLastPara="1" wrap="square" lIns="91425" tIns="45700" rIns="91425" bIns="45700" anchor="t" anchorCtr="0">
            <a:normAutofit fontScale="47500" lnSpcReduction="20000"/>
          </a:bodyPr>
          <a:lstStyle/>
          <a:p>
            <a:r>
              <a:rPr lang="en-IN" sz="3600" dirty="0"/>
              <a:t>The main end users can be:</a:t>
            </a:r>
          </a:p>
          <a:p>
            <a:pPr lvl="0"/>
            <a:r>
              <a:rPr lang="en-IN" sz="3600" dirty="0"/>
              <a:t>👨‍🌾 </a:t>
            </a:r>
            <a:r>
              <a:rPr lang="en-IN" sz="3600" b="1" dirty="0"/>
              <a:t>Farmers</a:t>
            </a:r>
            <a:r>
              <a:rPr lang="en-IN" sz="3600" dirty="0"/>
              <a:t> – to understand suitable seasons, crops, and resource usage. </a:t>
            </a:r>
          </a:p>
          <a:p>
            <a:pPr lvl="0"/>
            <a:r>
              <a:rPr lang="en-IN" sz="3600" dirty="0"/>
              <a:t>🌾 </a:t>
            </a:r>
            <a:r>
              <a:rPr lang="en-IN" sz="3600" b="1" dirty="0"/>
              <a:t>Agricultural planners</a:t>
            </a:r>
            <a:r>
              <a:rPr lang="en-IN" sz="3600" dirty="0"/>
              <a:t> – to plan crops and farming activities. </a:t>
            </a:r>
          </a:p>
          <a:p>
            <a:pPr lvl="0"/>
            <a:r>
              <a:rPr lang="en-IN" sz="3600" dirty="0"/>
              <a:t>🏛️ </a:t>
            </a:r>
            <a:r>
              <a:rPr lang="en-IN" sz="3600" b="1" dirty="0"/>
              <a:t>Government &amp; agricultural departments</a:t>
            </a:r>
            <a:r>
              <a:rPr lang="en-IN" sz="3600" dirty="0"/>
              <a:t> – for agricultural policies and planning. </a:t>
            </a:r>
          </a:p>
          <a:p>
            <a:pPr lvl="0"/>
            <a:r>
              <a:rPr lang="en-IN" sz="3600" dirty="0"/>
              <a:t>🔬 </a:t>
            </a:r>
            <a:r>
              <a:rPr lang="en-IN" sz="3600" b="1" dirty="0"/>
              <a:t>Agricultural researchers</a:t>
            </a:r>
            <a:r>
              <a:rPr lang="en-IN" sz="3600" dirty="0"/>
              <a:t> – to study seasonal patterns and crop performance. </a:t>
            </a:r>
          </a:p>
          <a:p>
            <a:pPr lvl="0"/>
            <a:r>
              <a:rPr lang="en-IN" sz="3600" dirty="0"/>
              <a:t>💧 </a:t>
            </a:r>
            <a:r>
              <a:rPr lang="en-IN" sz="3600" b="1" dirty="0"/>
              <a:t>Water/resource managers</a:t>
            </a:r>
            <a:r>
              <a:rPr lang="en-IN" sz="3600" dirty="0"/>
              <a:t> – to understand water usage and efficiency. </a:t>
            </a:r>
          </a:p>
          <a:p>
            <a:pPr lvl="0"/>
            <a:r>
              <a:rPr lang="en-IN" sz="3600" dirty="0"/>
              <a:t>💼 </a:t>
            </a:r>
            <a:r>
              <a:rPr lang="en-IN" sz="3600" b="1" dirty="0"/>
              <a:t>Agribusinesses</a:t>
            </a:r>
            <a:r>
              <a:rPr lang="en-IN" sz="3600" dirty="0"/>
              <a:t> – to make better production and investment decisions.</a:t>
            </a:r>
          </a:p>
          <a:p>
            <a:pPr marL="342900" lvl="0" indent="-160020" algn="just" rtl="0">
              <a:lnSpc>
                <a:spcPct val="150000"/>
              </a:lnSpc>
              <a:spcBef>
                <a:spcPts val="0"/>
              </a:spcBef>
              <a:spcAft>
                <a:spcPts val="0"/>
              </a:spcAft>
              <a:buSzPts val="2880"/>
              <a:buNone/>
            </a:pPr>
            <a:endParaRPr sz="3600" dirty="0"/>
          </a:p>
        </p:txBody>
      </p:sp>
      <p:sp>
        <p:nvSpPr>
          <p:cNvPr id="266" name="Google Shape;266;p26"/>
          <p:cNvSpPr txBox="1">
            <a:spLocks noGrp="1"/>
          </p:cNvSpPr>
          <p:nvPr>
            <p:ph type="title"/>
          </p:nvPr>
        </p:nvSpPr>
        <p:spPr>
          <a:xfrm>
            <a:off x="620008" y="876617"/>
            <a:ext cx="10046100" cy="8025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Font typeface="Trebuchet MS"/>
              <a:buNone/>
            </a:pPr>
            <a:r>
              <a:rPr lang="en-US" sz="3200"/>
              <a:t>WHO ARE THE END USERS?</a:t>
            </a:r>
            <a:endParaRPr sz="2000"/>
          </a:p>
        </p:txBody>
      </p:sp>
      <p:pic>
        <p:nvPicPr>
          <p:cNvPr id="267" name="Google Shape;267;p26"/>
          <p:cNvPicPr preferRelativeResize="0"/>
          <p:nvPr/>
        </p:nvPicPr>
        <p:blipFill rotWithShape="1">
          <a:blip r:embed="rId3">
            <a:alphaModFix/>
          </a:blip>
          <a:srcRect/>
          <a:stretch/>
        </p:blipFill>
        <p:spPr>
          <a:xfrm>
            <a:off x="721359" y="6176804"/>
            <a:ext cx="2181225" cy="485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66"/>
                                        </p:tgtEl>
                                        <p:attrNameLst>
                                          <p:attrName>style.visibility</p:attrName>
                                        </p:attrNameLst>
                                      </p:cBhvr>
                                      <p:to>
                                        <p:strVal val="visible"/>
                                      </p:to>
                                    </p:set>
                                    <p:anim calcmode="lin" valueType="num">
                                      <p:cBhvr additive="base">
                                        <p:cTn id="7" dur="500"/>
                                        <p:tgtEl>
                                          <p:spTgt spid="266"/>
                                        </p:tgtEl>
                                        <p:attrNameLst>
                                          <p:attrName>ppt_w</p:attrName>
                                        </p:attrNameLst>
                                      </p:cBhvr>
                                      <p:tavLst>
                                        <p:tav tm="0">
                                          <p:val>
                                            <p:strVal val="0"/>
                                          </p:val>
                                        </p:tav>
                                        <p:tav tm="100000">
                                          <p:val>
                                            <p:strVal val="#ppt_w"/>
                                          </p:val>
                                        </p:tav>
                                      </p:tavLst>
                                    </p:anim>
                                    <p:anim calcmode="lin" valueType="num">
                                      <p:cBhvr additive="base">
                                        <p:cTn id="8" dur="500"/>
                                        <p:tgtEl>
                                          <p:spTgt spid="26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65">
                                            <p:txEl>
                                              <p:pRg st="0" end="0"/>
                                            </p:txEl>
                                          </p:spTgt>
                                        </p:tgtEl>
                                        <p:attrNameLst>
                                          <p:attrName>style.visibility</p:attrName>
                                        </p:attrNameLst>
                                      </p:cBhvr>
                                      <p:to>
                                        <p:strVal val="visible"/>
                                      </p:to>
                                    </p:set>
                                    <p:animEffect transition="in" filter="fade">
                                      <p:cBhvr>
                                        <p:cTn id="13" dur="1000"/>
                                        <p:tgtEl>
                                          <p:spTgt spid="26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65">
                                            <p:txEl>
                                              <p:pRg st="1" end="1"/>
                                            </p:txEl>
                                          </p:spTgt>
                                        </p:tgtEl>
                                        <p:attrNameLst>
                                          <p:attrName>style.visibility</p:attrName>
                                        </p:attrNameLst>
                                      </p:cBhvr>
                                      <p:to>
                                        <p:strVal val="visible"/>
                                      </p:to>
                                    </p:set>
                                    <p:animEffect transition="in" filter="fade">
                                      <p:cBhvr>
                                        <p:cTn id="18" dur="1000"/>
                                        <p:tgtEl>
                                          <p:spTgt spid="26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5">
                                            <p:txEl>
                                              <p:pRg st="2" end="2"/>
                                            </p:txEl>
                                          </p:spTgt>
                                        </p:tgtEl>
                                        <p:attrNameLst>
                                          <p:attrName>style.visibility</p:attrName>
                                        </p:attrNameLst>
                                      </p:cBhvr>
                                      <p:to>
                                        <p:strVal val="visible"/>
                                      </p:to>
                                    </p:set>
                                    <p:animEffect transition="in" filter="fade">
                                      <p:cBhvr>
                                        <p:cTn id="23" dur="1000"/>
                                        <p:tgtEl>
                                          <p:spTgt spid="26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5">
                                            <p:txEl>
                                              <p:pRg st="3" end="3"/>
                                            </p:txEl>
                                          </p:spTgt>
                                        </p:tgtEl>
                                        <p:attrNameLst>
                                          <p:attrName>style.visibility</p:attrName>
                                        </p:attrNameLst>
                                      </p:cBhvr>
                                      <p:to>
                                        <p:strVal val="visible"/>
                                      </p:to>
                                    </p:set>
                                    <p:animEffect transition="in" filter="fade">
                                      <p:cBhvr>
                                        <p:cTn id="28" dur="1000"/>
                                        <p:tgtEl>
                                          <p:spTgt spid="265">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65">
                                            <p:txEl>
                                              <p:pRg st="4" end="4"/>
                                            </p:txEl>
                                          </p:spTgt>
                                        </p:tgtEl>
                                        <p:attrNameLst>
                                          <p:attrName>style.visibility</p:attrName>
                                        </p:attrNameLst>
                                      </p:cBhvr>
                                      <p:to>
                                        <p:strVal val="visible"/>
                                      </p:to>
                                    </p:set>
                                    <p:animEffect transition="in" filter="fade">
                                      <p:cBhvr>
                                        <p:cTn id="33" dur="1000"/>
                                        <p:tgtEl>
                                          <p:spTgt spid="265">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65">
                                            <p:txEl>
                                              <p:pRg st="5" end="5"/>
                                            </p:txEl>
                                          </p:spTgt>
                                        </p:tgtEl>
                                        <p:attrNameLst>
                                          <p:attrName>style.visibility</p:attrName>
                                        </p:attrNameLst>
                                      </p:cBhvr>
                                      <p:to>
                                        <p:strVal val="visible"/>
                                      </p:to>
                                    </p:set>
                                    <p:animEffect transition="in" filter="fade">
                                      <p:cBhvr>
                                        <p:cTn id="38" dur="1000"/>
                                        <p:tgtEl>
                                          <p:spTgt spid="265">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65">
                                            <p:txEl>
                                              <p:pRg st="6" end="6"/>
                                            </p:txEl>
                                          </p:spTgt>
                                        </p:tgtEl>
                                        <p:attrNameLst>
                                          <p:attrName>style.visibility</p:attrName>
                                        </p:attrNameLst>
                                      </p:cBhvr>
                                      <p:to>
                                        <p:strVal val="visible"/>
                                      </p:to>
                                    </p:set>
                                    <p:animEffect transition="in" filter="fade">
                                      <p:cBhvr>
                                        <p:cTn id="43" dur="1000"/>
                                        <p:tgtEl>
                                          <p:spTgt spid="26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72"/>
        <p:cNvGrpSpPr/>
        <p:nvPr/>
      </p:nvGrpSpPr>
      <p:grpSpPr>
        <a:xfrm>
          <a:off x="0" y="0"/>
          <a:ext cx="0" cy="0"/>
          <a:chOff x="0" y="0"/>
          <a:chExt cx="0" cy="0"/>
        </a:xfrm>
      </p:grpSpPr>
      <p:pic>
        <p:nvPicPr>
          <p:cNvPr id="273" name="Google Shape;273;p27"/>
          <p:cNvPicPr preferRelativeResize="0"/>
          <p:nvPr/>
        </p:nvPicPr>
        <p:blipFill rotWithShape="1">
          <a:blip r:embed="rId3">
            <a:alphaModFix/>
          </a:blip>
          <a:srcRect/>
          <a:stretch/>
        </p:blipFill>
        <p:spPr>
          <a:xfrm>
            <a:off x="467359" y="6410461"/>
            <a:ext cx="3706253" cy="296092"/>
          </a:xfrm>
          <a:prstGeom prst="rect">
            <a:avLst/>
          </a:prstGeom>
          <a:noFill/>
          <a:ln>
            <a:noFill/>
          </a:ln>
        </p:spPr>
      </p:pic>
      <p:pic>
        <p:nvPicPr>
          <p:cNvPr id="274" name="Google Shape;274;p27"/>
          <p:cNvPicPr preferRelativeResize="0"/>
          <p:nvPr/>
        </p:nvPicPr>
        <p:blipFill rotWithShape="1">
          <a:blip r:embed="rId4">
            <a:alphaModFix/>
          </a:blip>
          <a:srcRect/>
          <a:stretch/>
        </p:blipFill>
        <p:spPr>
          <a:xfrm flipH="1">
            <a:off x="50800" y="3820160"/>
            <a:ext cx="1727200" cy="3010025"/>
          </a:xfrm>
          <a:prstGeom prst="rect">
            <a:avLst/>
          </a:prstGeom>
          <a:noFill/>
          <a:ln>
            <a:noFill/>
          </a:ln>
        </p:spPr>
      </p:pic>
      <p:sp>
        <p:nvSpPr>
          <p:cNvPr id="275" name="Google Shape;275;p27"/>
          <p:cNvSpPr txBox="1">
            <a:spLocks noGrp="1"/>
          </p:cNvSpPr>
          <p:nvPr>
            <p:ph type="body" idx="1"/>
          </p:nvPr>
        </p:nvSpPr>
        <p:spPr>
          <a:xfrm>
            <a:off x="390618" y="1432560"/>
            <a:ext cx="9027600" cy="5243400"/>
          </a:xfrm>
          <a:prstGeom prst="rect">
            <a:avLst/>
          </a:prstGeom>
          <a:noFill/>
          <a:ln>
            <a:noFill/>
          </a:ln>
        </p:spPr>
        <p:txBody>
          <a:bodyPr spcFirstLastPara="1" wrap="square" lIns="91425" tIns="45700" rIns="91425" bIns="45700" anchor="t" anchorCtr="0">
            <a:normAutofit/>
          </a:bodyPr>
          <a:lstStyle/>
          <a:p>
            <a:pPr marL="742950" lvl="1" indent="-184150" algn="l" rtl="0">
              <a:lnSpc>
                <a:spcPct val="150000"/>
              </a:lnSpc>
              <a:spcBef>
                <a:spcPts val="0"/>
              </a:spcBef>
              <a:spcAft>
                <a:spcPts val="0"/>
              </a:spcAft>
              <a:buSzPts val="1600"/>
              <a:buNone/>
            </a:pPr>
            <a:r>
              <a:rPr lang="en-US" dirty="0"/>
              <a:t>.</a:t>
            </a:r>
            <a:endParaRPr dirty="0"/>
          </a:p>
        </p:txBody>
      </p:sp>
      <p:sp>
        <p:nvSpPr>
          <p:cNvPr id="276" name="Google Shape;276;p27"/>
          <p:cNvSpPr txBox="1">
            <a:spLocks noGrp="1"/>
          </p:cNvSpPr>
          <p:nvPr>
            <p:ph type="title"/>
          </p:nvPr>
        </p:nvSpPr>
        <p:spPr>
          <a:xfrm>
            <a:off x="660399" y="430567"/>
            <a:ext cx="5306400" cy="847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Technology Used</a:t>
            </a:r>
            <a:endParaRPr/>
          </a:p>
        </p:txBody>
      </p:sp>
      <p:graphicFrame>
        <p:nvGraphicFramePr>
          <p:cNvPr id="2" name="Table 1">
            <a:extLst>
              <a:ext uri="{FF2B5EF4-FFF2-40B4-BE49-F238E27FC236}">
                <a16:creationId xmlns:a16="http://schemas.microsoft.com/office/drawing/2014/main" id="{027944AC-7B01-C286-23C3-6536059E6647}"/>
              </a:ext>
            </a:extLst>
          </p:cNvPr>
          <p:cNvGraphicFramePr>
            <a:graphicFrameLocks noGrp="1"/>
          </p:cNvGraphicFramePr>
          <p:nvPr>
            <p:extLst>
              <p:ext uri="{D42A27DB-BD31-4B8C-83A1-F6EECF244321}">
                <p14:modId xmlns:p14="http://schemas.microsoft.com/office/powerpoint/2010/main" val="2269470960"/>
              </p:ext>
            </p:extLst>
          </p:nvPr>
        </p:nvGraphicFramePr>
        <p:xfrm>
          <a:off x="1777999" y="1601036"/>
          <a:ext cx="7478712" cy="3280691"/>
        </p:xfrm>
        <a:graphic>
          <a:graphicData uri="http://schemas.openxmlformats.org/drawingml/2006/table">
            <a:tbl>
              <a:tblPr>
                <a:tableStyleId>{5C22544A-7EE6-4342-B048-85BDC9FD1C3A}</a:tableStyleId>
              </a:tblPr>
              <a:tblGrid>
                <a:gridCol w="3739356">
                  <a:extLst>
                    <a:ext uri="{9D8B030D-6E8A-4147-A177-3AD203B41FA5}">
                      <a16:colId xmlns:a16="http://schemas.microsoft.com/office/drawing/2014/main" val="418621656"/>
                    </a:ext>
                  </a:extLst>
                </a:gridCol>
                <a:gridCol w="3739356">
                  <a:extLst>
                    <a:ext uri="{9D8B030D-6E8A-4147-A177-3AD203B41FA5}">
                      <a16:colId xmlns:a16="http://schemas.microsoft.com/office/drawing/2014/main" val="3601413651"/>
                    </a:ext>
                  </a:extLst>
                </a:gridCol>
              </a:tblGrid>
              <a:tr h="537491">
                <a:tc>
                  <a:txBody>
                    <a:bodyPr/>
                    <a:lstStyle/>
                    <a:p>
                      <a:pPr>
                        <a:buNone/>
                      </a:pPr>
                      <a:r>
                        <a:rPr lang="en-IN"/>
                        <a:t>Technology</a:t>
                      </a:r>
                    </a:p>
                  </a:txBody>
                  <a:tcPr anchor="ctr"/>
                </a:tc>
                <a:tc>
                  <a:txBody>
                    <a:bodyPr/>
                    <a:lstStyle/>
                    <a:p>
                      <a:pPr>
                        <a:buNone/>
                      </a:pPr>
                      <a:r>
                        <a:rPr lang="en-IN"/>
                        <a:t>Purpose</a:t>
                      </a:r>
                    </a:p>
                  </a:txBody>
                  <a:tcPr anchor="ctr"/>
                </a:tc>
                <a:extLst>
                  <a:ext uri="{0D108BD9-81ED-4DB2-BD59-A6C34878D82A}">
                    <a16:rowId xmlns:a16="http://schemas.microsoft.com/office/drawing/2014/main" val="3789233409"/>
                  </a:ext>
                </a:extLst>
              </a:tr>
              <a:tr h="0">
                <a:tc>
                  <a:txBody>
                    <a:bodyPr/>
                    <a:lstStyle/>
                    <a:p>
                      <a:pPr>
                        <a:buNone/>
                      </a:pPr>
                      <a:r>
                        <a:rPr lang="en-IN"/>
                        <a:t>Python</a:t>
                      </a:r>
                    </a:p>
                  </a:txBody>
                  <a:tcPr anchor="ctr"/>
                </a:tc>
                <a:tc>
                  <a:txBody>
                    <a:bodyPr/>
                    <a:lstStyle/>
                    <a:p>
                      <a:pPr>
                        <a:buNone/>
                      </a:pPr>
                      <a:r>
                        <a:rPr lang="en-IN"/>
                        <a:t>Data analysis and processing</a:t>
                      </a:r>
                    </a:p>
                  </a:txBody>
                  <a:tcPr anchor="ctr"/>
                </a:tc>
                <a:extLst>
                  <a:ext uri="{0D108BD9-81ED-4DB2-BD59-A6C34878D82A}">
                    <a16:rowId xmlns:a16="http://schemas.microsoft.com/office/drawing/2014/main" val="653975399"/>
                  </a:ext>
                </a:extLst>
              </a:tr>
              <a:tr h="0">
                <a:tc>
                  <a:txBody>
                    <a:bodyPr/>
                    <a:lstStyle/>
                    <a:p>
                      <a:pPr>
                        <a:buNone/>
                      </a:pPr>
                      <a:r>
                        <a:rPr lang="en-IN"/>
                        <a:t>Pandas</a:t>
                      </a:r>
                    </a:p>
                  </a:txBody>
                  <a:tcPr anchor="ctr"/>
                </a:tc>
                <a:tc>
                  <a:txBody>
                    <a:bodyPr/>
                    <a:lstStyle/>
                    <a:p>
                      <a:pPr>
                        <a:buNone/>
                      </a:pPr>
                      <a:r>
                        <a:rPr lang="en-IN"/>
                        <a:t>Data cleaning and manipulation</a:t>
                      </a:r>
                    </a:p>
                  </a:txBody>
                  <a:tcPr anchor="ctr"/>
                </a:tc>
                <a:extLst>
                  <a:ext uri="{0D108BD9-81ED-4DB2-BD59-A6C34878D82A}">
                    <a16:rowId xmlns:a16="http://schemas.microsoft.com/office/drawing/2014/main" val="862840046"/>
                  </a:ext>
                </a:extLst>
              </a:tr>
              <a:tr h="0">
                <a:tc>
                  <a:txBody>
                    <a:bodyPr/>
                    <a:lstStyle/>
                    <a:p>
                      <a:pPr>
                        <a:buNone/>
                      </a:pPr>
                      <a:r>
                        <a:rPr lang="en-IN"/>
                        <a:t>NumPy</a:t>
                      </a:r>
                    </a:p>
                  </a:txBody>
                  <a:tcPr anchor="ctr"/>
                </a:tc>
                <a:tc>
                  <a:txBody>
                    <a:bodyPr/>
                    <a:lstStyle/>
                    <a:p>
                      <a:pPr>
                        <a:buNone/>
                      </a:pPr>
                      <a:r>
                        <a:rPr lang="en-IN"/>
                        <a:t>Numerical calculations</a:t>
                      </a:r>
                    </a:p>
                  </a:txBody>
                  <a:tcPr anchor="ctr"/>
                </a:tc>
                <a:extLst>
                  <a:ext uri="{0D108BD9-81ED-4DB2-BD59-A6C34878D82A}">
                    <a16:rowId xmlns:a16="http://schemas.microsoft.com/office/drawing/2014/main" val="1625978180"/>
                  </a:ext>
                </a:extLst>
              </a:tr>
              <a:tr h="0">
                <a:tc>
                  <a:txBody>
                    <a:bodyPr/>
                    <a:lstStyle/>
                    <a:p>
                      <a:pPr>
                        <a:buNone/>
                      </a:pPr>
                      <a:r>
                        <a:rPr lang="en-IN"/>
                        <a:t>Matplotlib</a:t>
                      </a:r>
                    </a:p>
                  </a:txBody>
                  <a:tcPr anchor="ctr"/>
                </a:tc>
                <a:tc>
                  <a:txBody>
                    <a:bodyPr/>
                    <a:lstStyle/>
                    <a:p>
                      <a:pPr>
                        <a:buNone/>
                      </a:pPr>
                      <a:r>
                        <a:rPr lang="en-IN"/>
                        <a:t>Data visualization</a:t>
                      </a:r>
                    </a:p>
                  </a:txBody>
                  <a:tcPr anchor="ctr"/>
                </a:tc>
                <a:extLst>
                  <a:ext uri="{0D108BD9-81ED-4DB2-BD59-A6C34878D82A}">
                    <a16:rowId xmlns:a16="http://schemas.microsoft.com/office/drawing/2014/main" val="2864017668"/>
                  </a:ext>
                </a:extLst>
              </a:tr>
              <a:tr h="0">
                <a:tc>
                  <a:txBody>
                    <a:bodyPr/>
                    <a:lstStyle/>
                    <a:p>
                      <a:pPr>
                        <a:buNone/>
                      </a:pPr>
                      <a:r>
                        <a:rPr lang="en-IN"/>
                        <a:t>Seaborn</a:t>
                      </a:r>
                    </a:p>
                  </a:txBody>
                  <a:tcPr anchor="ctr"/>
                </a:tc>
                <a:tc>
                  <a:txBody>
                    <a:bodyPr/>
                    <a:lstStyle/>
                    <a:p>
                      <a:pPr>
                        <a:buNone/>
                      </a:pPr>
                      <a:r>
                        <a:rPr lang="en-IN"/>
                        <a:t>Statistical graphs and charts</a:t>
                      </a:r>
                    </a:p>
                  </a:txBody>
                  <a:tcPr anchor="ctr"/>
                </a:tc>
                <a:extLst>
                  <a:ext uri="{0D108BD9-81ED-4DB2-BD59-A6C34878D82A}">
                    <a16:rowId xmlns:a16="http://schemas.microsoft.com/office/drawing/2014/main" val="1688492344"/>
                  </a:ext>
                </a:extLst>
              </a:tr>
              <a:tr h="0">
                <a:tc>
                  <a:txBody>
                    <a:bodyPr/>
                    <a:lstStyle/>
                    <a:p>
                      <a:pPr>
                        <a:buNone/>
                      </a:pPr>
                      <a:r>
                        <a:rPr lang="en-IN"/>
                        <a:t>SciPy</a:t>
                      </a:r>
                    </a:p>
                  </a:txBody>
                  <a:tcPr anchor="ctr"/>
                </a:tc>
                <a:tc>
                  <a:txBody>
                    <a:bodyPr/>
                    <a:lstStyle/>
                    <a:p>
                      <a:pPr>
                        <a:buNone/>
                      </a:pPr>
                      <a:r>
                        <a:rPr lang="en-IN"/>
                        <a:t>Statistical analysis and ANOVA</a:t>
                      </a:r>
                    </a:p>
                  </a:txBody>
                  <a:tcPr anchor="ctr"/>
                </a:tc>
                <a:extLst>
                  <a:ext uri="{0D108BD9-81ED-4DB2-BD59-A6C34878D82A}">
                    <a16:rowId xmlns:a16="http://schemas.microsoft.com/office/drawing/2014/main" val="1651347396"/>
                  </a:ext>
                </a:extLst>
              </a:tr>
              <a:tr h="0">
                <a:tc>
                  <a:txBody>
                    <a:bodyPr/>
                    <a:lstStyle/>
                    <a:p>
                      <a:pPr>
                        <a:buNone/>
                      </a:pPr>
                      <a:r>
                        <a:rPr lang="en-IN"/>
                        <a:t>Jupyter Notebook</a:t>
                      </a:r>
                    </a:p>
                  </a:txBody>
                  <a:tcPr anchor="ctr"/>
                </a:tc>
                <a:tc>
                  <a:txBody>
                    <a:bodyPr/>
                    <a:lstStyle/>
                    <a:p>
                      <a:pPr>
                        <a:buNone/>
                      </a:pPr>
                      <a:r>
                        <a:rPr lang="en-IN"/>
                        <a:t>Project development and documentation</a:t>
                      </a:r>
                    </a:p>
                  </a:txBody>
                  <a:tcPr anchor="ctr"/>
                </a:tc>
                <a:extLst>
                  <a:ext uri="{0D108BD9-81ED-4DB2-BD59-A6C34878D82A}">
                    <a16:rowId xmlns:a16="http://schemas.microsoft.com/office/drawing/2014/main" val="3355395456"/>
                  </a:ext>
                </a:extLst>
              </a:tr>
              <a:tr h="0">
                <a:tc>
                  <a:txBody>
                    <a:bodyPr/>
                    <a:lstStyle/>
                    <a:p>
                      <a:pPr>
                        <a:buNone/>
                      </a:pPr>
                      <a:r>
                        <a:rPr lang="en-IN"/>
                        <a:t>GitHub</a:t>
                      </a:r>
                    </a:p>
                  </a:txBody>
                  <a:tcPr anchor="ctr"/>
                </a:tc>
                <a:tc>
                  <a:txBody>
                    <a:bodyPr/>
                    <a:lstStyle/>
                    <a:p>
                      <a:pPr>
                        <a:buNone/>
                      </a:pPr>
                      <a:r>
                        <a:rPr lang="en-IN"/>
                        <a:t>Project version control and sharing</a:t>
                      </a:r>
                    </a:p>
                  </a:txBody>
                  <a:tcPr anchor="ctr"/>
                </a:tc>
                <a:extLst>
                  <a:ext uri="{0D108BD9-81ED-4DB2-BD59-A6C34878D82A}">
                    <a16:rowId xmlns:a16="http://schemas.microsoft.com/office/drawing/2014/main" val="332740969"/>
                  </a:ext>
                </a:extLst>
              </a:tr>
              <a:tr h="0">
                <a:tc>
                  <a:txBody>
                    <a:bodyPr/>
                    <a:lstStyle/>
                    <a:p>
                      <a:pPr>
                        <a:buNone/>
                      </a:pPr>
                      <a:r>
                        <a:rPr lang="en-IN"/>
                        <a:t>CSV Dataset</a:t>
                      </a:r>
                    </a:p>
                  </a:txBody>
                  <a:tcPr anchor="ctr"/>
                </a:tc>
                <a:tc>
                  <a:txBody>
                    <a:bodyPr/>
                    <a:lstStyle/>
                    <a:p>
                      <a:pPr>
                        <a:buNone/>
                      </a:pPr>
                      <a:r>
                        <a:rPr lang="en-IN" dirty="0"/>
                        <a:t>Data storage</a:t>
                      </a:r>
                    </a:p>
                  </a:txBody>
                  <a:tcPr anchor="ctr"/>
                </a:tc>
                <a:extLst>
                  <a:ext uri="{0D108BD9-81ED-4DB2-BD59-A6C34878D82A}">
                    <a16:rowId xmlns:a16="http://schemas.microsoft.com/office/drawing/2014/main" val="33847304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anim calcmode="lin" valueType="num">
                                      <p:cBhvr additive="base">
                                        <p:cTn id="7" dur="500"/>
                                        <p:tgtEl>
                                          <p:spTgt spid="276"/>
                                        </p:tgtEl>
                                        <p:attrNameLst>
                                          <p:attrName>ppt_w</p:attrName>
                                        </p:attrNameLst>
                                      </p:cBhvr>
                                      <p:tavLst>
                                        <p:tav tm="0">
                                          <p:val>
                                            <p:strVal val="0"/>
                                          </p:val>
                                        </p:tav>
                                        <p:tav tm="100000">
                                          <p:val>
                                            <p:strVal val="#ppt_w"/>
                                          </p:val>
                                        </p:tav>
                                      </p:tavLst>
                                    </p:anim>
                                    <p:anim calcmode="lin" valueType="num">
                                      <p:cBhvr additive="base">
                                        <p:cTn id="8" dur="500"/>
                                        <p:tgtEl>
                                          <p:spTgt spid="27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75">
                                            <p:txEl>
                                              <p:pRg st="0" end="0"/>
                                            </p:txEl>
                                          </p:spTgt>
                                        </p:tgtEl>
                                        <p:attrNameLst>
                                          <p:attrName>style.visibility</p:attrName>
                                        </p:attrNameLst>
                                      </p:cBhvr>
                                      <p:to>
                                        <p:strVal val="visible"/>
                                      </p:to>
                                    </p:set>
                                    <p:animEffect transition="in" filter="fade">
                                      <p:cBhvr>
                                        <p:cTn id="13" dur="1000"/>
                                        <p:tgtEl>
                                          <p:spTgt spid="2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28"/>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82" name="Google Shape;282;p28"/>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283" name="Google Shape;283;p28"/>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84" name="Google Shape;284;p28"/>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85" name="Google Shape;285;p28"/>
          <p:cNvSpPr txBox="1">
            <a:spLocks noGrp="1"/>
          </p:cNvSpPr>
          <p:nvPr>
            <p:ph type="body" idx="1"/>
          </p:nvPr>
        </p:nvSpPr>
        <p:spPr>
          <a:xfrm>
            <a:off x="807164" y="1431693"/>
            <a:ext cx="4275000" cy="477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endParaRPr dirty="0"/>
          </a:p>
        </p:txBody>
      </p:sp>
      <p:pic>
        <p:nvPicPr>
          <p:cNvPr id="3" name="Picture 2">
            <a:extLst>
              <a:ext uri="{FF2B5EF4-FFF2-40B4-BE49-F238E27FC236}">
                <a16:creationId xmlns:a16="http://schemas.microsoft.com/office/drawing/2014/main" id="{5B551301-33EF-CFAE-03CD-5DCED252FC75}"/>
              </a:ext>
            </a:extLst>
          </p:cNvPr>
          <p:cNvPicPr>
            <a:picLocks noChangeAspect="1"/>
          </p:cNvPicPr>
          <p:nvPr/>
        </p:nvPicPr>
        <p:blipFill>
          <a:blip r:embed="rId4"/>
          <a:stretch>
            <a:fillRect/>
          </a:stretch>
        </p:blipFill>
        <p:spPr>
          <a:xfrm>
            <a:off x="216310" y="1275371"/>
            <a:ext cx="9104671" cy="49534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anim calcmode="lin" valueType="num">
                                      <p:cBhvr additive="base">
                                        <p:cTn id="7" dur="500"/>
                                        <p:tgtEl>
                                          <p:spTgt spid="282"/>
                                        </p:tgtEl>
                                        <p:attrNameLst>
                                          <p:attrName>ppt_w</p:attrName>
                                        </p:attrNameLst>
                                      </p:cBhvr>
                                      <p:tavLst>
                                        <p:tav tm="0">
                                          <p:val>
                                            <p:strVal val="0"/>
                                          </p:val>
                                        </p:tav>
                                        <p:tav tm="100000">
                                          <p:val>
                                            <p:strVal val="#ppt_w"/>
                                          </p:val>
                                        </p:tav>
                                      </p:tavLst>
                                    </p:anim>
                                    <p:anim calcmode="lin" valueType="num">
                                      <p:cBhvr additive="base">
                                        <p:cTn id="8" dur="500"/>
                                        <p:tgtEl>
                                          <p:spTgt spid="282"/>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83"/>
                                        </p:tgtEl>
                                        <p:attrNameLst>
                                          <p:attrName>style.visibility</p:attrName>
                                        </p:attrNameLst>
                                      </p:cBhvr>
                                      <p:to>
                                        <p:strVal val="visible"/>
                                      </p:to>
                                    </p:set>
                                    <p:animEffect transition="in" filter="fade">
                                      <p:cBhvr>
                                        <p:cTn id="13" dur="1000"/>
                                        <p:tgtEl>
                                          <p:spTgt spid="28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84"/>
                                        </p:tgtEl>
                                        <p:attrNameLst>
                                          <p:attrName>style.visibility</p:attrName>
                                        </p:attrNameLst>
                                      </p:cBhvr>
                                      <p:to>
                                        <p:strVal val="visible"/>
                                      </p:to>
                                    </p:set>
                                    <p:animEffect transition="in" filter="fade">
                                      <p:cBhvr>
                                        <p:cTn id="18" dur="1000"/>
                                        <p:tgtEl>
                                          <p:spTgt spid="28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nodePh="1">
                                  <p:stCondLst>
                                    <p:cond delay="0"/>
                                  </p:stCondLst>
                                  <p:endCondLst>
                                    <p:cond evt="begin" delay="0">
                                      <p:tn val="21"/>
                                    </p:cond>
                                  </p:endCondLst>
                                  <p:childTnLst>
                                    <p:set>
                                      <p:cBhvr>
                                        <p:cTn id="22" dur="1" fill="hold">
                                          <p:stCondLst>
                                            <p:cond delay="0"/>
                                          </p:stCondLst>
                                        </p:cTn>
                                        <p:tgtEl>
                                          <p:spTgt spid="285">
                                            <p:txEl>
                                              <p:pRg st="0" end="0"/>
                                            </p:txEl>
                                          </p:spTgt>
                                        </p:tgtEl>
                                        <p:attrNameLst>
                                          <p:attrName>style.visibility</p:attrName>
                                        </p:attrNameLst>
                                      </p:cBhvr>
                                      <p:to>
                                        <p:strVal val="visible"/>
                                      </p:to>
                                    </p:set>
                                    <p:animEffect transition="in" filter="fade">
                                      <p:cBhvr>
                                        <p:cTn id="23" dur="1000"/>
                                        <p:tgtEl>
                                          <p:spTgt spid="28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29"/>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91" name="Google Shape;291;p29"/>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292" name="Google Shape;292;p29"/>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93" name="Google Shape;293;p29"/>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94" name="Google Shape;294;p29"/>
          <p:cNvSpPr txBox="1">
            <a:spLocks noGrp="1"/>
          </p:cNvSpPr>
          <p:nvPr>
            <p:ph type="body" idx="1"/>
          </p:nvPr>
        </p:nvSpPr>
        <p:spPr>
          <a:xfrm>
            <a:off x="807164" y="1431693"/>
            <a:ext cx="4275000" cy="477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US"/>
              <a:t>[Add screen shots of your code ]</a:t>
            </a:r>
            <a:endParaRPr/>
          </a:p>
        </p:txBody>
      </p:sp>
      <p:pic>
        <p:nvPicPr>
          <p:cNvPr id="3" name="Picture 2">
            <a:extLst>
              <a:ext uri="{FF2B5EF4-FFF2-40B4-BE49-F238E27FC236}">
                <a16:creationId xmlns:a16="http://schemas.microsoft.com/office/drawing/2014/main" id="{3BB9E69F-A8A3-3ED0-8F0D-90494F117D20}"/>
              </a:ext>
            </a:extLst>
          </p:cNvPr>
          <p:cNvPicPr>
            <a:picLocks noChangeAspect="1"/>
          </p:cNvPicPr>
          <p:nvPr/>
        </p:nvPicPr>
        <p:blipFill>
          <a:blip r:embed="rId4"/>
          <a:stretch>
            <a:fillRect/>
          </a:stretch>
        </p:blipFill>
        <p:spPr>
          <a:xfrm>
            <a:off x="353832" y="1130710"/>
            <a:ext cx="8888491" cy="48374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91"/>
                                        </p:tgtEl>
                                        <p:attrNameLst>
                                          <p:attrName>style.visibility</p:attrName>
                                        </p:attrNameLst>
                                      </p:cBhvr>
                                      <p:to>
                                        <p:strVal val="visible"/>
                                      </p:to>
                                    </p:set>
                                    <p:anim calcmode="lin" valueType="num">
                                      <p:cBhvr additive="base">
                                        <p:cTn id="7" dur="500"/>
                                        <p:tgtEl>
                                          <p:spTgt spid="291"/>
                                        </p:tgtEl>
                                        <p:attrNameLst>
                                          <p:attrName>ppt_w</p:attrName>
                                        </p:attrNameLst>
                                      </p:cBhvr>
                                      <p:tavLst>
                                        <p:tav tm="0">
                                          <p:val>
                                            <p:strVal val="0"/>
                                          </p:val>
                                        </p:tav>
                                        <p:tav tm="100000">
                                          <p:val>
                                            <p:strVal val="#ppt_w"/>
                                          </p:val>
                                        </p:tav>
                                      </p:tavLst>
                                    </p:anim>
                                    <p:anim calcmode="lin" valueType="num">
                                      <p:cBhvr additive="base">
                                        <p:cTn id="8" dur="500"/>
                                        <p:tgtEl>
                                          <p:spTgt spid="29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92"/>
                                        </p:tgtEl>
                                        <p:attrNameLst>
                                          <p:attrName>style.visibility</p:attrName>
                                        </p:attrNameLst>
                                      </p:cBhvr>
                                      <p:to>
                                        <p:strVal val="visible"/>
                                      </p:to>
                                    </p:set>
                                    <p:animEffect transition="in" filter="fade">
                                      <p:cBhvr>
                                        <p:cTn id="13" dur="1000"/>
                                        <p:tgtEl>
                                          <p:spTgt spid="29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93"/>
                                        </p:tgtEl>
                                        <p:attrNameLst>
                                          <p:attrName>style.visibility</p:attrName>
                                        </p:attrNameLst>
                                      </p:cBhvr>
                                      <p:to>
                                        <p:strVal val="visible"/>
                                      </p:to>
                                    </p:set>
                                    <p:animEffect transition="in" filter="fade">
                                      <p:cBhvr>
                                        <p:cTn id="18" dur="1000"/>
                                        <p:tgtEl>
                                          <p:spTgt spid="29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94">
                                            <p:txEl>
                                              <p:pRg st="0" end="0"/>
                                            </p:txEl>
                                          </p:spTgt>
                                        </p:tgtEl>
                                        <p:attrNameLst>
                                          <p:attrName>style.visibility</p:attrName>
                                        </p:attrNameLst>
                                      </p:cBhvr>
                                      <p:to>
                                        <p:strVal val="visible"/>
                                      </p:to>
                                    </p:set>
                                    <p:animEffect transition="in" filter="fade">
                                      <p:cBhvr>
                                        <p:cTn id="23" dur="1000"/>
                                        <p:tgtEl>
                                          <p:spTgt spid="29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299" name="Google Shape;299;p30"/>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00" name="Google Shape;300;p30"/>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01" name="Google Shape;301;p30"/>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02" name="Google Shape;302;p30"/>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03" name="Google Shape;303;p30"/>
          <p:cNvSpPr txBox="1">
            <a:spLocks noGrp="1"/>
          </p:cNvSpPr>
          <p:nvPr>
            <p:ph type="body" idx="1"/>
          </p:nvPr>
        </p:nvSpPr>
        <p:spPr>
          <a:xfrm>
            <a:off x="807164" y="1431693"/>
            <a:ext cx="4275000" cy="477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US"/>
              <a:t>[Add screen shots of your code ]</a:t>
            </a:r>
            <a:endParaRPr/>
          </a:p>
        </p:txBody>
      </p:sp>
      <p:pic>
        <p:nvPicPr>
          <p:cNvPr id="3" name="Picture 2">
            <a:extLst>
              <a:ext uri="{FF2B5EF4-FFF2-40B4-BE49-F238E27FC236}">
                <a16:creationId xmlns:a16="http://schemas.microsoft.com/office/drawing/2014/main" id="{01F83D82-2811-8469-6369-DF7160F98071}"/>
              </a:ext>
            </a:extLst>
          </p:cNvPr>
          <p:cNvPicPr>
            <a:picLocks noChangeAspect="1"/>
          </p:cNvPicPr>
          <p:nvPr/>
        </p:nvPicPr>
        <p:blipFill>
          <a:blip r:embed="rId4"/>
          <a:stretch>
            <a:fillRect/>
          </a:stretch>
        </p:blipFill>
        <p:spPr>
          <a:xfrm>
            <a:off x="431370" y="1057323"/>
            <a:ext cx="8969517" cy="598221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anim calcmode="lin" valueType="num">
                                      <p:cBhvr additive="base">
                                        <p:cTn id="7" dur="500"/>
                                        <p:tgtEl>
                                          <p:spTgt spid="300"/>
                                        </p:tgtEl>
                                        <p:attrNameLst>
                                          <p:attrName>ppt_w</p:attrName>
                                        </p:attrNameLst>
                                      </p:cBhvr>
                                      <p:tavLst>
                                        <p:tav tm="0">
                                          <p:val>
                                            <p:strVal val="0"/>
                                          </p:val>
                                        </p:tav>
                                        <p:tav tm="100000">
                                          <p:val>
                                            <p:strVal val="#ppt_w"/>
                                          </p:val>
                                        </p:tav>
                                      </p:tavLst>
                                    </p:anim>
                                    <p:anim calcmode="lin" valueType="num">
                                      <p:cBhvr additive="base">
                                        <p:cTn id="8" dur="500"/>
                                        <p:tgtEl>
                                          <p:spTgt spid="30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01"/>
                                        </p:tgtEl>
                                        <p:attrNameLst>
                                          <p:attrName>style.visibility</p:attrName>
                                        </p:attrNameLst>
                                      </p:cBhvr>
                                      <p:to>
                                        <p:strVal val="visible"/>
                                      </p:to>
                                    </p:set>
                                    <p:animEffect transition="in" filter="fade">
                                      <p:cBhvr>
                                        <p:cTn id="13" dur="1000"/>
                                        <p:tgtEl>
                                          <p:spTgt spid="30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02"/>
                                        </p:tgtEl>
                                        <p:attrNameLst>
                                          <p:attrName>style.visibility</p:attrName>
                                        </p:attrNameLst>
                                      </p:cBhvr>
                                      <p:to>
                                        <p:strVal val="visible"/>
                                      </p:to>
                                    </p:set>
                                    <p:animEffect transition="in" filter="fade">
                                      <p:cBhvr>
                                        <p:cTn id="18" dur="1000"/>
                                        <p:tgtEl>
                                          <p:spTgt spid="30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03">
                                            <p:txEl>
                                              <p:pRg st="0" end="0"/>
                                            </p:txEl>
                                          </p:spTgt>
                                        </p:tgtEl>
                                        <p:attrNameLst>
                                          <p:attrName>style.visibility</p:attrName>
                                        </p:attrNameLst>
                                      </p:cBhvr>
                                      <p:to>
                                        <p:strVal val="visible"/>
                                      </p:to>
                                    </p:set>
                                    <p:animEffect transition="in" filter="fade">
                                      <p:cBhvr>
                                        <p:cTn id="23" dur="1000"/>
                                        <p:tgtEl>
                                          <p:spTgt spid="3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08" name="Google Shape;308;p31"/>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09" name="Google Shape;309;p31"/>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10" name="Google Shape;310;p31"/>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11" name="Google Shape;311;p31"/>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12" name="Google Shape;312;p31"/>
          <p:cNvSpPr txBox="1">
            <a:spLocks noGrp="1"/>
          </p:cNvSpPr>
          <p:nvPr>
            <p:ph type="body" idx="1"/>
          </p:nvPr>
        </p:nvSpPr>
        <p:spPr>
          <a:xfrm>
            <a:off x="807164" y="1431693"/>
            <a:ext cx="4275000" cy="477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US"/>
              <a:t>[Add screen shots of your code ]</a:t>
            </a:r>
            <a:endParaRPr/>
          </a:p>
        </p:txBody>
      </p:sp>
      <p:pic>
        <p:nvPicPr>
          <p:cNvPr id="3" name="Picture 2">
            <a:extLst>
              <a:ext uri="{FF2B5EF4-FFF2-40B4-BE49-F238E27FC236}">
                <a16:creationId xmlns:a16="http://schemas.microsoft.com/office/drawing/2014/main" id="{D469EBB1-A2F5-29F6-39BD-15B3BCBC19C1}"/>
              </a:ext>
            </a:extLst>
          </p:cNvPr>
          <p:cNvPicPr>
            <a:picLocks noChangeAspect="1"/>
          </p:cNvPicPr>
          <p:nvPr/>
        </p:nvPicPr>
        <p:blipFill>
          <a:blip r:embed="rId4"/>
          <a:stretch>
            <a:fillRect/>
          </a:stretch>
        </p:blipFill>
        <p:spPr>
          <a:xfrm>
            <a:off x="471664" y="1137707"/>
            <a:ext cx="9220999" cy="53497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09"/>
                                        </p:tgtEl>
                                        <p:attrNameLst>
                                          <p:attrName>style.visibility</p:attrName>
                                        </p:attrNameLst>
                                      </p:cBhvr>
                                      <p:to>
                                        <p:strVal val="visible"/>
                                      </p:to>
                                    </p:set>
                                    <p:anim calcmode="lin" valueType="num">
                                      <p:cBhvr additive="base">
                                        <p:cTn id="7" dur="500"/>
                                        <p:tgtEl>
                                          <p:spTgt spid="309"/>
                                        </p:tgtEl>
                                        <p:attrNameLst>
                                          <p:attrName>ppt_w</p:attrName>
                                        </p:attrNameLst>
                                      </p:cBhvr>
                                      <p:tavLst>
                                        <p:tav tm="0">
                                          <p:val>
                                            <p:strVal val="0"/>
                                          </p:val>
                                        </p:tav>
                                        <p:tav tm="100000">
                                          <p:val>
                                            <p:strVal val="#ppt_w"/>
                                          </p:val>
                                        </p:tav>
                                      </p:tavLst>
                                    </p:anim>
                                    <p:anim calcmode="lin" valueType="num">
                                      <p:cBhvr additive="base">
                                        <p:cTn id="8" dur="500"/>
                                        <p:tgtEl>
                                          <p:spTgt spid="30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10"/>
                                        </p:tgtEl>
                                        <p:attrNameLst>
                                          <p:attrName>style.visibility</p:attrName>
                                        </p:attrNameLst>
                                      </p:cBhvr>
                                      <p:to>
                                        <p:strVal val="visible"/>
                                      </p:to>
                                    </p:set>
                                    <p:animEffect transition="in" filter="fade">
                                      <p:cBhvr>
                                        <p:cTn id="13" dur="1000"/>
                                        <p:tgtEl>
                                          <p:spTgt spid="3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11"/>
                                        </p:tgtEl>
                                        <p:attrNameLst>
                                          <p:attrName>style.visibility</p:attrName>
                                        </p:attrNameLst>
                                      </p:cBhvr>
                                      <p:to>
                                        <p:strVal val="visible"/>
                                      </p:to>
                                    </p:set>
                                    <p:animEffect transition="in" filter="fade">
                                      <p:cBhvr>
                                        <p:cTn id="18" dur="1000"/>
                                        <p:tgtEl>
                                          <p:spTgt spid="3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12">
                                            <p:txEl>
                                              <p:pRg st="0" end="0"/>
                                            </p:txEl>
                                          </p:spTgt>
                                        </p:tgtEl>
                                        <p:attrNameLst>
                                          <p:attrName>style.visibility</p:attrName>
                                        </p:attrNameLst>
                                      </p:cBhvr>
                                      <p:to>
                                        <p:strVal val="visible"/>
                                      </p:to>
                                    </p:set>
                                    <p:animEffect transition="in" filter="fade">
                                      <p:cBhvr>
                                        <p:cTn id="23" dur="1000"/>
                                        <p:tgtEl>
                                          <p:spTgt spid="3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pic>
        <p:nvPicPr>
          <p:cNvPr id="317" name="Google Shape;317;p32"/>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18" name="Google Shape;318;p32"/>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19" name="Google Shape;319;p32"/>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20" name="Google Shape;320;p32"/>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21" name="Google Shape;321;p32"/>
          <p:cNvSpPr txBox="1">
            <a:spLocks noGrp="1"/>
          </p:cNvSpPr>
          <p:nvPr>
            <p:ph type="body" idx="1"/>
          </p:nvPr>
        </p:nvSpPr>
        <p:spPr>
          <a:xfrm>
            <a:off x="807164" y="1431693"/>
            <a:ext cx="4275000" cy="477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US"/>
              <a:t>[Add screen shots of your code ]</a:t>
            </a:r>
            <a:endParaRPr/>
          </a:p>
        </p:txBody>
      </p:sp>
      <p:pic>
        <p:nvPicPr>
          <p:cNvPr id="3" name="Picture 2">
            <a:extLst>
              <a:ext uri="{FF2B5EF4-FFF2-40B4-BE49-F238E27FC236}">
                <a16:creationId xmlns:a16="http://schemas.microsoft.com/office/drawing/2014/main" id="{34FC8051-A2D9-BDD7-E045-B6DF4CB379BA}"/>
              </a:ext>
            </a:extLst>
          </p:cNvPr>
          <p:cNvPicPr>
            <a:picLocks noChangeAspect="1"/>
          </p:cNvPicPr>
          <p:nvPr/>
        </p:nvPicPr>
        <p:blipFill>
          <a:blip r:embed="rId4"/>
          <a:stretch>
            <a:fillRect/>
          </a:stretch>
        </p:blipFill>
        <p:spPr>
          <a:xfrm>
            <a:off x="174845" y="1201589"/>
            <a:ext cx="8969155" cy="49305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18"/>
                                        </p:tgtEl>
                                        <p:attrNameLst>
                                          <p:attrName>style.visibility</p:attrName>
                                        </p:attrNameLst>
                                      </p:cBhvr>
                                      <p:to>
                                        <p:strVal val="visible"/>
                                      </p:to>
                                    </p:set>
                                    <p:anim calcmode="lin" valueType="num">
                                      <p:cBhvr additive="base">
                                        <p:cTn id="7" dur="500"/>
                                        <p:tgtEl>
                                          <p:spTgt spid="318"/>
                                        </p:tgtEl>
                                        <p:attrNameLst>
                                          <p:attrName>ppt_w</p:attrName>
                                        </p:attrNameLst>
                                      </p:cBhvr>
                                      <p:tavLst>
                                        <p:tav tm="0">
                                          <p:val>
                                            <p:strVal val="0"/>
                                          </p:val>
                                        </p:tav>
                                        <p:tav tm="100000">
                                          <p:val>
                                            <p:strVal val="#ppt_w"/>
                                          </p:val>
                                        </p:tav>
                                      </p:tavLst>
                                    </p:anim>
                                    <p:anim calcmode="lin" valueType="num">
                                      <p:cBhvr additive="base">
                                        <p:cTn id="8" dur="500"/>
                                        <p:tgtEl>
                                          <p:spTgt spid="318"/>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19"/>
                                        </p:tgtEl>
                                        <p:attrNameLst>
                                          <p:attrName>style.visibility</p:attrName>
                                        </p:attrNameLst>
                                      </p:cBhvr>
                                      <p:to>
                                        <p:strVal val="visible"/>
                                      </p:to>
                                    </p:set>
                                    <p:animEffect transition="in" filter="fade">
                                      <p:cBhvr>
                                        <p:cTn id="13" dur="1000"/>
                                        <p:tgtEl>
                                          <p:spTgt spid="3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20"/>
                                        </p:tgtEl>
                                        <p:attrNameLst>
                                          <p:attrName>style.visibility</p:attrName>
                                        </p:attrNameLst>
                                      </p:cBhvr>
                                      <p:to>
                                        <p:strVal val="visible"/>
                                      </p:to>
                                    </p:set>
                                    <p:animEffect transition="in" filter="fade">
                                      <p:cBhvr>
                                        <p:cTn id="18" dur="1000"/>
                                        <p:tgtEl>
                                          <p:spTgt spid="3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1">
                                            <p:txEl>
                                              <p:pRg st="0" end="0"/>
                                            </p:txEl>
                                          </p:spTgt>
                                        </p:tgtEl>
                                        <p:attrNameLst>
                                          <p:attrName>style.visibility</p:attrName>
                                        </p:attrNameLst>
                                      </p:cBhvr>
                                      <p:to>
                                        <p:strVal val="visible"/>
                                      </p:to>
                                    </p:set>
                                    <p:animEffect transition="in" filter="fade">
                                      <p:cBhvr>
                                        <p:cTn id="23" dur="1000"/>
                                        <p:tgtEl>
                                          <p:spTgt spid="3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pic>
        <p:nvPicPr>
          <p:cNvPr id="326" name="Google Shape;326;p33"/>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27" name="Google Shape;327;p33"/>
          <p:cNvSpPr txBox="1">
            <a:spLocks noGrp="1"/>
          </p:cNvSpPr>
          <p:nvPr>
            <p:ph type="title"/>
          </p:nvPr>
        </p:nvSpPr>
        <p:spPr>
          <a:xfrm>
            <a:off x="675957" y="370589"/>
            <a:ext cx="47358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a:buNone/>
            </a:pPr>
            <a:r>
              <a:rPr lang="en-US" sz="4000"/>
              <a:t>Future scope</a:t>
            </a:r>
            <a:endParaRPr/>
          </a:p>
        </p:txBody>
      </p:sp>
      <p:sp>
        <p:nvSpPr>
          <p:cNvPr id="328" name="Google Shape;328;p33"/>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29" name="Google Shape;329;p33"/>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 name="TextBox 1">
            <a:extLst>
              <a:ext uri="{FF2B5EF4-FFF2-40B4-BE49-F238E27FC236}">
                <a16:creationId xmlns:a16="http://schemas.microsoft.com/office/drawing/2014/main" id="{6439E6BC-0AEF-1E6B-6C71-5B9A3DDEC14D}"/>
              </a:ext>
            </a:extLst>
          </p:cNvPr>
          <p:cNvSpPr txBox="1"/>
          <p:nvPr/>
        </p:nvSpPr>
        <p:spPr>
          <a:xfrm>
            <a:off x="825909" y="1608371"/>
            <a:ext cx="8329524" cy="2708434"/>
          </a:xfrm>
          <a:prstGeom prst="rect">
            <a:avLst/>
          </a:prstGeom>
          <a:noFill/>
        </p:spPr>
        <p:txBody>
          <a:bodyPr wrap="none" rtlCol="0">
            <a:spAutoFit/>
          </a:bodyPr>
          <a:lstStyle/>
          <a:p>
            <a:r>
              <a:rPr lang="en-IN" sz="1600" b="1" dirty="0"/>
              <a:t>The project can be expanded in the future by:</a:t>
            </a:r>
          </a:p>
          <a:p>
            <a:pPr lvl="0"/>
            <a:endParaRPr lang="en-IN" dirty="0"/>
          </a:p>
          <a:p>
            <a:pPr lvl="0"/>
            <a:r>
              <a:rPr lang="en-IN" dirty="0"/>
              <a:t>1.Adding </a:t>
            </a:r>
            <a:r>
              <a:rPr lang="en-IN" b="1" dirty="0"/>
              <a:t>real-time weather and agricultural data</a:t>
            </a:r>
            <a:r>
              <a:rPr lang="en-IN" dirty="0"/>
              <a:t>. </a:t>
            </a:r>
          </a:p>
          <a:p>
            <a:pPr lvl="0"/>
            <a:r>
              <a:rPr lang="en-IN" dirty="0"/>
              <a:t>2.Developing a </a:t>
            </a:r>
            <a:r>
              <a:rPr lang="en-IN" b="1" dirty="0"/>
              <a:t>crop recommendation system</a:t>
            </a:r>
            <a:r>
              <a:rPr lang="en-IN" dirty="0"/>
              <a:t>. </a:t>
            </a:r>
          </a:p>
          <a:p>
            <a:pPr lvl="0"/>
            <a:r>
              <a:rPr lang="en-IN" dirty="0"/>
              <a:t>3.Using </a:t>
            </a:r>
            <a:r>
              <a:rPr lang="en-IN" b="1" dirty="0"/>
              <a:t>machine learning</a:t>
            </a:r>
            <a:r>
              <a:rPr lang="en-IN" dirty="0"/>
              <a:t> to predict crop yield. </a:t>
            </a:r>
          </a:p>
          <a:p>
            <a:pPr lvl="0"/>
            <a:r>
              <a:rPr lang="en-IN" dirty="0"/>
              <a:t>4.Predicting </a:t>
            </a:r>
            <a:r>
              <a:rPr lang="en-IN" b="1" dirty="0"/>
              <a:t>water requirements</a:t>
            </a:r>
            <a:r>
              <a:rPr lang="en-IN" dirty="0"/>
              <a:t> for different crops. </a:t>
            </a:r>
          </a:p>
          <a:p>
            <a:pPr lvl="0"/>
            <a:r>
              <a:rPr lang="en-IN" dirty="0"/>
              <a:t>5.Developing a </a:t>
            </a:r>
            <a:r>
              <a:rPr lang="en-IN" b="1" dirty="0"/>
              <a:t>farmer-friendly web or mobile application</a:t>
            </a:r>
            <a:r>
              <a:rPr lang="en-IN" dirty="0"/>
              <a:t>. </a:t>
            </a:r>
          </a:p>
          <a:p>
            <a:pPr lvl="0"/>
            <a:r>
              <a:rPr lang="en-IN" dirty="0"/>
              <a:t>6.Adding </a:t>
            </a:r>
            <a:r>
              <a:rPr lang="en-IN" b="1" dirty="0"/>
              <a:t>soil and satellite data</a:t>
            </a:r>
            <a:r>
              <a:rPr lang="en-IN" dirty="0"/>
              <a:t> for more accurate analysis. </a:t>
            </a:r>
          </a:p>
          <a:p>
            <a:pPr lvl="0"/>
            <a:r>
              <a:rPr lang="en-IN" dirty="0"/>
              <a:t>7.Creating an </a:t>
            </a:r>
            <a:r>
              <a:rPr lang="en-IN" b="1" dirty="0"/>
              <a:t>early warning system</a:t>
            </a:r>
            <a:r>
              <a:rPr lang="en-IN" dirty="0"/>
              <a:t> for crop diseases and </a:t>
            </a:r>
            <a:r>
              <a:rPr lang="en-IN" dirty="0" err="1"/>
              <a:t>unfavorable</a:t>
            </a:r>
            <a:r>
              <a:rPr lang="en-IN" dirty="0"/>
              <a:t> conditions. </a:t>
            </a:r>
          </a:p>
          <a:p>
            <a:pPr lvl="0"/>
            <a:r>
              <a:rPr lang="en-IN" dirty="0"/>
              <a:t>8.Providing </a:t>
            </a:r>
            <a:r>
              <a:rPr lang="en-IN" b="1" dirty="0"/>
              <a:t>location-specific recommendations</a:t>
            </a:r>
            <a:r>
              <a:rPr lang="en-IN" dirty="0"/>
              <a:t> based on state, district, soil, and weather conditions. </a:t>
            </a:r>
          </a:p>
          <a:p>
            <a:pPr lvl="0"/>
            <a:r>
              <a:rPr lang="en-IN" dirty="0"/>
              <a:t>9.Using historical data to predict </a:t>
            </a:r>
            <a:r>
              <a:rPr lang="en-IN" b="1" dirty="0"/>
              <a:t>future seasonal agricultural performance</a:t>
            </a:r>
            <a:r>
              <a:rPr lang="en-IN" dirty="0"/>
              <a:t>.</a:t>
            </a:r>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27"/>
                                        </p:tgtEl>
                                        <p:attrNameLst>
                                          <p:attrName>style.visibility</p:attrName>
                                        </p:attrNameLst>
                                      </p:cBhvr>
                                      <p:to>
                                        <p:strVal val="visible"/>
                                      </p:to>
                                    </p:set>
                                    <p:anim calcmode="lin" valueType="num">
                                      <p:cBhvr additive="base">
                                        <p:cTn id="7" dur="500"/>
                                        <p:tgtEl>
                                          <p:spTgt spid="327"/>
                                        </p:tgtEl>
                                        <p:attrNameLst>
                                          <p:attrName>ppt_w</p:attrName>
                                        </p:attrNameLst>
                                      </p:cBhvr>
                                      <p:tavLst>
                                        <p:tav tm="0">
                                          <p:val>
                                            <p:strVal val="0"/>
                                          </p:val>
                                        </p:tav>
                                        <p:tav tm="100000">
                                          <p:val>
                                            <p:strVal val="#ppt_w"/>
                                          </p:val>
                                        </p:tav>
                                      </p:tavLst>
                                    </p:anim>
                                    <p:anim calcmode="lin" valueType="num">
                                      <p:cBhvr additive="base">
                                        <p:cTn id="8" dur="500"/>
                                        <p:tgtEl>
                                          <p:spTgt spid="32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28"/>
                                        </p:tgtEl>
                                        <p:attrNameLst>
                                          <p:attrName>style.visibility</p:attrName>
                                        </p:attrNameLst>
                                      </p:cBhvr>
                                      <p:to>
                                        <p:strVal val="visible"/>
                                      </p:to>
                                    </p:set>
                                    <p:animEffect transition="in" filter="fade">
                                      <p:cBhvr>
                                        <p:cTn id="13" dur="1000"/>
                                        <p:tgtEl>
                                          <p:spTgt spid="3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29"/>
                                        </p:tgtEl>
                                        <p:attrNameLst>
                                          <p:attrName>style.visibility</p:attrName>
                                        </p:attrNameLst>
                                      </p:cBhvr>
                                      <p:to>
                                        <p:strVal val="visible"/>
                                      </p:to>
                                    </p:set>
                                    <p:animEffect transition="in" filter="fade">
                                      <p:cBhvr>
                                        <p:cTn id="18" dur="1000"/>
                                        <p:tgtEl>
                                          <p:spTgt spid="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34"/>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35" name="Google Shape;335;p34"/>
          <p:cNvSpPr txBox="1">
            <a:spLocks noGrp="1"/>
          </p:cNvSpPr>
          <p:nvPr>
            <p:ph type="title"/>
          </p:nvPr>
        </p:nvSpPr>
        <p:spPr>
          <a:xfrm>
            <a:off x="675957" y="370589"/>
            <a:ext cx="47358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a:buNone/>
            </a:pPr>
            <a:r>
              <a:rPr lang="en-US" sz="4000"/>
              <a:t>GitHub Link</a:t>
            </a:r>
            <a:endParaRPr/>
          </a:p>
        </p:txBody>
      </p:sp>
      <p:sp>
        <p:nvSpPr>
          <p:cNvPr id="336" name="Google Shape;336;p34"/>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37" name="Google Shape;337;p34"/>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 name="TextBox 1">
            <a:extLst>
              <a:ext uri="{FF2B5EF4-FFF2-40B4-BE49-F238E27FC236}">
                <a16:creationId xmlns:a16="http://schemas.microsoft.com/office/drawing/2014/main" id="{C96C6085-274A-5E1B-7CA9-A31B62FEFEF4}"/>
              </a:ext>
            </a:extLst>
          </p:cNvPr>
          <p:cNvSpPr txBox="1"/>
          <p:nvPr/>
        </p:nvSpPr>
        <p:spPr>
          <a:xfrm>
            <a:off x="675957" y="1572039"/>
            <a:ext cx="7914968" cy="307777"/>
          </a:xfrm>
          <a:prstGeom prst="rect">
            <a:avLst/>
          </a:prstGeom>
          <a:noFill/>
        </p:spPr>
        <p:txBody>
          <a:bodyPr wrap="square" rtlCol="0">
            <a:spAutoFit/>
          </a:bodyPr>
          <a:lstStyle/>
          <a:p>
            <a:r>
              <a:rPr lang="en-US" dirty="0"/>
              <a:t>The </a:t>
            </a:r>
            <a:r>
              <a:rPr lang="en-US" dirty="0" err="1"/>
              <a:t>Github</a:t>
            </a:r>
            <a:r>
              <a:rPr lang="en-US" dirty="0"/>
              <a:t> Repo Link :  </a:t>
            </a:r>
            <a:r>
              <a:rPr lang="en-IN" dirty="0">
                <a:hlinkClick r:id="rId4"/>
              </a:rPr>
              <a:t>GitHub Repository</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35"/>
                                        </p:tgtEl>
                                        <p:attrNameLst>
                                          <p:attrName>style.visibility</p:attrName>
                                        </p:attrNameLst>
                                      </p:cBhvr>
                                      <p:to>
                                        <p:strVal val="visible"/>
                                      </p:to>
                                    </p:set>
                                    <p:anim calcmode="lin" valueType="num">
                                      <p:cBhvr additive="base">
                                        <p:cTn id="7" dur="500"/>
                                        <p:tgtEl>
                                          <p:spTgt spid="335"/>
                                        </p:tgtEl>
                                        <p:attrNameLst>
                                          <p:attrName>ppt_w</p:attrName>
                                        </p:attrNameLst>
                                      </p:cBhvr>
                                      <p:tavLst>
                                        <p:tav tm="0">
                                          <p:val>
                                            <p:strVal val="0"/>
                                          </p:val>
                                        </p:tav>
                                        <p:tav tm="100000">
                                          <p:val>
                                            <p:strVal val="#ppt_w"/>
                                          </p:val>
                                        </p:tav>
                                      </p:tavLst>
                                    </p:anim>
                                    <p:anim calcmode="lin" valueType="num">
                                      <p:cBhvr additive="base">
                                        <p:cTn id="8" dur="500"/>
                                        <p:tgtEl>
                                          <p:spTgt spid="335"/>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36"/>
                                        </p:tgtEl>
                                        <p:attrNameLst>
                                          <p:attrName>style.visibility</p:attrName>
                                        </p:attrNameLst>
                                      </p:cBhvr>
                                      <p:to>
                                        <p:strVal val="visible"/>
                                      </p:to>
                                    </p:set>
                                    <p:animEffect transition="in" filter="fade">
                                      <p:cBhvr>
                                        <p:cTn id="13" dur="1000"/>
                                        <p:tgtEl>
                                          <p:spTgt spid="33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37"/>
                                        </p:tgtEl>
                                        <p:attrNameLst>
                                          <p:attrName>style.visibility</p:attrName>
                                        </p:attrNameLst>
                                      </p:cBhvr>
                                      <p:to>
                                        <p:strVal val="visible"/>
                                      </p:to>
                                    </p:set>
                                    <p:animEffect transition="in" filter="fade">
                                      <p:cBhvr>
                                        <p:cTn id="18" dur="1000"/>
                                        <p:tgtEl>
                                          <p:spTgt spid="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pic>
        <p:nvPicPr>
          <p:cNvPr id="342" name="Google Shape;342;p35"/>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43" name="Google Shape;343;p35"/>
          <p:cNvSpPr txBox="1">
            <a:spLocks noGrp="1"/>
          </p:cNvSpPr>
          <p:nvPr>
            <p:ph type="title"/>
          </p:nvPr>
        </p:nvSpPr>
        <p:spPr>
          <a:xfrm>
            <a:off x="675957" y="370589"/>
            <a:ext cx="8351400" cy="884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sz="3200"/>
              <a:t>VOIS Course completion certificate - </a:t>
            </a:r>
            <a:br>
              <a:rPr lang="en-US" sz="3200"/>
            </a:br>
            <a:r>
              <a:rPr lang="en-US" sz="3200"/>
              <a:t>Course name- Data Visualization </a:t>
            </a:r>
            <a:endParaRPr/>
          </a:p>
        </p:txBody>
      </p:sp>
      <p:sp>
        <p:nvSpPr>
          <p:cNvPr id="344" name="Google Shape;344;p35"/>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45" name="Google Shape;345;p35"/>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pic>
        <p:nvPicPr>
          <p:cNvPr id="3" name="Picture 2">
            <a:extLst>
              <a:ext uri="{FF2B5EF4-FFF2-40B4-BE49-F238E27FC236}">
                <a16:creationId xmlns:a16="http://schemas.microsoft.com/office/drawing/2014/main" id="{DACFEDFC-399E-41E2-677F-B4364C3A0F47}"/>
              </a:ext>
            </a:extLst>
          </p:cNvPr>
          <p:cNvPicPr>
            <a:picLocks noChangeAspect="1"/>
          </p:cNvPicPr>
          <p:nvPr/>
        </p:nvPicPr>
        <p:blipFill>
          <a:blip r:embed="rId4"/>
          <a:stretch>
            <a:fillRect/>
          </a:stretch>
        </p:blipFill>
        <p:spPr>
          <a:xfrm>
            <a:off x="1239464" y="1454977"/>
            <a:ext cx="7224386" cy="51134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anim calcmode="lin" valueType="num">
                                      <p:cBhvr additive="base">
                                        <p:cTn id="7" dur="500"/>
                                        <p:tgtEl>
                                          <p:spTgt spid="343"/>
                                        </p:tgtEl>
                                        <p:attrNameLst>
                                          <p:attrName>ppt_w</p:attrName>
                                        </p:attrNameLst>
                                      </p:cBhvr>
                                      <p:tavLst>
                                        <p:tav tm="0">
                                          <p:val>
                                            <p:strVal val="0"/>
                                          </p:val>
                                        </p:tav>
                                        <p:tav tm="100000">
                                          <p:val>
                                            <p:strVal val="#ppt_w"/>
                                          </p:val>
                                        </p:tav>
                                      </p:tavLst>
                                    </p:anim>
                                    <p:anim calcmode="lin" valueType="num">
                                      <p:cBhvr additive="base">
                                        <p:cTn id="8" dur="500"/>
                                        <p:tgtEl>
                                          <p:spTgt spid="343"/>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44"/>
                                        </p:tgtEl>
                                        <p:attrNameLst>
                                          <p:attrName>style.visibility</p:attrName>
                                        </p:attrNameLst>
                                      </p:cBhvr>
                                      <p:to>
                                        <p:strVal val="visible"/>
                                      </p:to>
                                    </p:set>
                                    <p:animEffect transition="in" filter="fade">
                                      <p:cBhvr>
                                        <p:cTn id="13" dur="1000"/>
                                        <p:tgtEl>
                                          <p:spTgt spid="34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45"/>
                                        </p:tgtEl>
                                        <p:attrNameLst>
                                          <p:attrName>style.visibility</p:attrName>
                                        </p:attrNameLst>
                                      </p:cBhvr>
                                      <p:to>
                                        <p:strVal val="visible"/>
                                      </p:to>
                                    </p:set>
                                    <p:animEffect transition="in" filter="fade">
                                      <p:cBhvr>
                                        <p:cTn id="18" dur="1000"/>
                                        <p:tgtEl>
                                          <p:spTgt spid="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6"/>
          <p:cNvSpPr txBox="1">
            <a:spLocks noGrp="1"/>
          </p:cNvSpPr>
          <p:nvPr>
            <p:ph type="title"/>
          </p:nvPr>
        </p:nvSpPr>
        <p:spPr>
          <a:xfrm>
            <a:off x="-207097" y="2723220"/>
            <a:ext cx="11340000" cy="7002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rebuchet MS"/>
              <a:buNone/>
            </a:pPr>
            <a:r>
              <a:rPr lang="en-US" sz="4800" b="1" dirty="0">
                <a:solidFill>
                  <a:schemeClr val="dk1"/>
                </a:solidFill>
              </a:rPr>
              <a:t>Thank you</a:t>
            </a:r>
            <a:endParaRPr dirty="0"/>
          </a:p>
        </p:txBody>
      </p:sp>
      <p:sp>
        <p:nvSpPr>
          <p:cNvPr id="351" name="Google Shape;351;p36"/>
          <p:cNvSpPr txBox="1">
            <a:spLocks noGrp="1"/>
          </p:cNvSpPr>
          <p:nvPr>
            <p:ph type="body" idx="8"/>
          </p:nvPr>
        </p:nvSpPr>
        <p:spPr>
          <a:xfrm>
            <a:off x="3727865" y="4641925"/>
            <a:ext cx="2139600" cy="11085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1280"/>
              <a:buNone/>
            </a:pPr>
            <a:r>
              <a:rPr lang="en-US"/>
              <a:t>.</a:t>
            </a:r>
            <a:endParaRPr/>
          </a:p>
        </p:txBody>
      </p:sp>
      <p:sp>
        <p:nvSpPr>
          <p:cNvPr id="352" name="Google Shape;352;p36"/>
          <p:cNvSpPr txBox="1"/>
          <p:nvPr/>
        </p:nvSpPr>
        <p:spPr>
          <a:xfrm>
            <a:off x="878337" y="4134780"/>
            <a:ext cx="2596500" cy="45390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chemeClr val="accent1"/>
              </a:buClr>
              <a:buSzPts val="1920"/>
              <a:buFont typeface="Noto Sans Symbols"/>
              <a:buNone/>
            </a:pPr>
            <a:endParaRPr sz="2400" b="1">
              <a:solidFill>
                <a:schemeClr val="accent4"/>
              </a:solidFill>
              <a:latin typeface="Trebuchet MS"/>
              <a:ea typeface="Trebuchet MS"/>
              <a:cs typeface="Trebuchet MS"/>
              <a:sym typeface="Trebuchet MS"/>
            </a:endParaRPr>
          </a:p>
        </p:txBody>
      </p:sp>
      <p:sp>
        <p:nvSpPr>
          <p:cNvPr id="353" name="Google Shape;353;p36"/>
          <p:cNvSpPr txBox="1"/>
          <p:nvPr/>
        </p:nvSpPr>
        <p:spPr>
          <a:xfrm>
            <a:off x="5353508" y="3962573"/>
            <a:ext cx="2596500" cy="4539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a:ea typeface="Trebuchet MS"/>
              <a:cs typeface="Trebuchet MS"/>
              <a:sym typeface="Trebuchet MS"/>
            </a:endParaRPr>
          </a:p>
        </p:txBody>
      </p:sp>
      <p:sp>
        <p:nvSpPr>
          <p:cNvPr id="354" name="Google Shape;354;p36"/>
          <p:cNvSpPr txBox="1"/>
          <p:nvPr/>
        </p:nvSpPr>
        <p:spPr>
          <a:xfrm>
            <a:off x="7789163" y="3962572"/>
            <a:ext cx="2596500" cy="4539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a:ea typeface="Trebuchet MS"/>
              <a:cs typeface="Trebuchet MS"/>
              <a:sym typeface="Trebuchet MS"/>
            </a:endParaRPr>
          </a:p>
        </p:txBody>
      </p:sp>
      <p:sp>
        <p:nvSpPr>
          <p:cNvPr id="355" name="Google Shape;355;p36"/>
          <p:cNvSpPr txBox="1"/>
          <p:nvPr/>
        </p:nvSpPr>
        <p:spPr>
          <a:xfrm>
            <a:off x="6096000" y="4641925"/>
            <a:ext cx="2139600" cy="11085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endParaRPr sz="1600">
              <a:solidFill>
                <a:schemeClr val="dk1"/>
              </a:solidFill>
              <a:latin typeface="Trebuchet MS"/>
              <a:ea typeface="Trebuchet MS"/>
              <a:cs typeface="Trebuchet MS"/>
              <a:sym typeface="Trebuchet MS"/>
            </a:endParaRPr>
          </a:p>
        </p:txBody>
      </p:sp>
      <p:sp>
        <p:nvSpPr>
          <p:cNvPr id="356" name="Google Shape;356;p36"/>
          <p:cNvSpPr txBox="1"/>
          <p:nvPr/>
        </p:nvSpPr>
        <p:spPr>
          <a:xfrm>
            <a:off x="8591363" y="4641925"/>
            <a:ext cx="2139600" cy="11085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57" name="Google Shape;357;p36"/>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58" name="Google Shape;358;p36"/>
          <p:cNvSpPr txBox="1">
            <a:spLocks noGrp="1"/>
          </p:cNvSpPr>
          <p:nvPr>
            <p:ph type="body" idx="7"/>
          </p:nvPr>
        </p:nvSpPr>
        <p:spPr>
          <a:xfrm>
            <a:off x="2975013" y="3962573"/>
            <a:ext cx="2139600" cy="344400"/>
          </a:xfrm>
          <a:prstGeom prst="rect">
            <a:avLst/>
          </a:prstGeom>
          <a:noFill/>
          <a:ln>
            <a:noFill/>
          </a:ln>
        </p:spPr>
        <p:txBody>
          <a:bodyPr spcFirstLastPara="1" wrap="square" lIns="91425" tIns="45700" rIns="91425" bIns="45700" anchor="t" anchorCtr="0">
            <a:normAutofit fontScale="92500" lnSpcReduction="20000"/>
          </a:bodyPr>
          <a:lstStyle/>
          <a:p>
            <a:pPr marL="0" lvl="0" indent="0" algn="ctr" rtl="0">
              <a:spcBef>
                <a:spcPts val="0"/>
              </a:spcBef>
              <a:spcAft>
                <a:spcPts val="0"/>
              </a:spcAft>
              <a:buSzPct val="80000"/>
              <a:buNone/>
            </a:pPr>
            <a:r>
              <a:rPr lang="en-US" dirty="0"/>
              <a: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50"/>
                                        </p:tgtEl>
                                        <p:attrNameLst>
                                          <p:attrName>style.visibility</p:attrName>
                                        </p:attrNameLst>
                                      </p:cBhvr>
                                      <p:to>
                                        <p:strVal val="visible"/>
                                      </p:to>
                                    </p:set>
                                    <p:anim calcmode="lin" valueType="num">
                                      <p:cBhvr additive="base">
                                        <p:cTn id="7" dur="500"/>
                                        <p:tgtEl>
                                          <p:spTgt spid="350"/>
                                        </p:tgtEl>
                                        <p:attrNameLst>
                                          <p:attrName>ppt_w</p:attrName>
                                        </p:attrNameLst>
                                      </p:cBhvr>
                                      <p:tavLst>
                                        <p:tav tm="0">
                                          <p:val>
                                            <p:strVal val="0"/>
                                          </p:val>
                                        </p:tav>
                                        <p:tav tm="100000">
                                          <p:val>
                                            <p:strVal val="#ppt_w"/>
                                          </p:val>
                                        </p:tav>
                                      </p:tavLst>
                                    </p:anim>
                                    <p:anim calcmode="lin" valueType="num">
                                      <p:cBhvr additive="base">
                                        <p:cTn id="8" dur="500"/>
                                        <p:tgtEl>
                                          <p:spTgt spid="35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52"/>
                                        </p:tgtEl>
                                        <p:attrNameLst>
                                          <p:attrName>style.visibility</p:attrName>
                                        </p:attrNameLst>
                                      </p:cBhvr>
                                      <p:to>
                                        <p:strVal val="visible"/>
                                      </p:to>
                                    </p:set>
                                    <p:animEffect transition="in" filter="fade">
                                      <p:cBhvr>
                                        <p:cTn id="13" dur="500"/>
                                        <p:tgtEl>
                                          <p:spTgt spid="35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51">
                                            <p:txEl>
                                              <p:pRg st="0" end="0"/>
                                            </p:txEl>
                                          </p:spTgt>
                                        </p:tgtEl>
                                        <p:attrNameLst>
                                          <p:attrName>style.visibility</p:attrName>
                                        </p:attrNameLst>
                                      </p:cBhvr>
                                      <p:to>
                                        <p:strVal val="visible"/>
                                      </p:to>
                                    </p:set>
                                    <p:animEffect transition="in" filter="fade">
                                      <p:cBhvr>
                                        <p:cTn id="18" dur="500"/>
                                        <p:tgtEl>
                                          <p:spTgt spid="35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3"/>
                                        </p:tgtEl>
                                        <p:attrNameLst>
                                          <p:attrName>style.visibility</p:attrName>
                                        </p:attrNameLst>
                                      </p:cBhvr>
                                      <p:to>
                                        <p:strVal val="visible"/>
                                      </p:to>
                                    </p:set>
                                    <p:animEffect transition="in" filter="fade">
                                      <p:cBhvr>
                                        <p:cTn id="23" dur="500"/>
                                        <p:tgtEl>
                                          <p:spTgt spid="35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55"/>
                                        </p:tgtEl>
                                        <p:attrNameLst>
                                          <p:attrName>style.visibility</p:attrName>
                                        </p:attrNameLst>
                                      </p:cBhvr>
                                      <p:to>
                                        <p:strVal val="visible"/>
                                      </p:to>
                                    </p:set>
                                    <p:animEffect transition="in" filter="fade">
                                      <p:cBhvr>
                                        <p:cTn id="28" dur="500"/>
                                        <p:tgtEl>
                                          <p:spTgt spid="35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54"/>
                                        </p:tgtEl>
                                        <p:attrNameLst>
                                          <p:attrName>style.visibility</p:attrName>
                                        </p:attrNameLst>
                                      </p:cBhvr>
                                      <p:to>
                                        <p:strVal val="visible"/>
                                      </p:to>
                                    </p:set>
                                    <p:animEffect transition="in" filter="fade">
                                      <p:cBhvr>
                                        <p:cTn id="33" dur="500"/>
                                        <p:tgtEl>
                                          <p:spTgt spid="35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56"/>
                                        </p:tgtEl>
                                        <p:attrNameLst>
                                          <p:attrName>style.visibility</p:attrName>
                                        </p:attrNameLst>
                                      </p:cBhvr>
                                      <p:to>
                                        <p:strVal val="visible"/>
                                      </p:to>
                                    </p:set>
                                    <p:animEffect transition="in" filter="fade">
                                      <p:cBhvr>
                                        <p:cTn id="38" dur="500"/>
                                        <p:tgtEl>
                                          <p:spTgt spid="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502</Words>
  <Application>Microsoft Office PowerPoint</Application>
  <PresentationFormat>Widescreen</PresentationFormat>
  <Paragraphs>73</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Noto Sans Symbols</vt:lpstr>
      <vt:lpstr>Times New Roman</vt:lpstr>
      <vt:lpstr>Trebuchet MS</vt:lpstr>
      <vt:lpstr>Facet</vt:lpstr>
      <vt:lpstr>Project Title -</vt:lpstr>
      <vt:lpstr>PROBLEM  STATEMENT</vt:lpstr>
      <vt:lpstr>Project Description  This project uses agricultural data to analyze crop yield, production, water usage, water efficiency, environmental conditions, nutrients, irrigation methods, and economic performance across different seasons.  The data is cleaned and explored using Python, followed by statistical analysis and visualizations. Seasonal and crop-wise comparisons are performed to identify the best-performing conditions and important relationships between agricultural factors and yield.  The project ultimately provides data-driven insights and recommendations that can help improve agricultural productivity and resource utilization.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SHREE SINHA</dc:creator>
  <cp:lastModifiedBy>shree sinha</cp:lastModifiedBy>
  <cp:revision>1</cp:revision>
  <dcterms:modified xsi:type="dcterms:W3CDTF">2026-09-06T17:01:22Z</dcterms:modified>
</cp:coreProperties>
</file>